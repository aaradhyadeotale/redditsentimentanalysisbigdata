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8" r:id="rId1"/>
  </p:sldMasterIdLst>
  <p:notesMasterIdLst>
    <p:notesMasterId r:id="rId8"/>
  </p:notesMasterIdLst>
  <p:handoutMasterIdLst>
    <p:handoutMasterId r:id="rId9"/>
  </p:handoutMasterIdLst>
  <p:sldIdLst>
    <p:sldId id="281" r:id="rId2"/>
    <p:sldId id="284" r:id="rId3"/>
    <p:sldId id="282" r:id="rId4"/>
    <p:sldId id="283" r:id="rId5"/>
    <p:sldId id="286" r:id="rId6"/>
    <p:sldId id="265" r:id="rId7"/>
  </p:sldIdLst>
  <p:sldSz cx="12192000" cy="6858000"/>
  <p:notesSz cx="10234613" cy="70993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AE89C47-8B8C-42E5-8744-EB722AEFC023}">
          <p14:sldIdLst>
            <p14:sldId id="281"/>
          </p14:sldIdLst>
        </p14:section>
        <p14:section name="Introduction" id="{C411FFB2-D0D1-4069-B1D0-01D39A355204}">
          <p14:sldIdLst>
            <p14:sldId id="284"/>
          </p14:sldIdLst>
        </p14:section>
        <p14:section name="Background and related work" id="{533F18DA-162E-46DC-93BA-A58C673D9142}">
          <p14:sldIdLst>
            <p14:sldId id="282"/>
            <p14:sldId id="283"/>
            <p14:sldId id="286"/>
          </p14:sldIdLst>
        </p14:section>
        <p14:section name="Conclusion" id="{04B3711B-92DB-4A15-9D97-D81790B9890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FF"/>
    <a:srgbClr val="009900"/>
    <a:srgbClr val="CC9900"/>
    <a:srgbClr val="FFB473"/>
    <a:srgbClr val="FF8112"/>
    <a:srgbClr val="004274"/>
    <a:srgbClr val="005C2A"/>
    <a:srgbClr val="0066FF"/>
    <a:srgbClr val="696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E2BBC-A0CD-420D-B81E-E43C914221B6}" v="6" dt="2024-02-14T16:50:31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0" autoAdjust="0"/>
    <p:restoredTop sz="87356" autoAdjust="0"/>
  </p:normalViewPr>
  <p:slideViewPr>
    <p:cSldViewPr snapToGrid="0">
      <p:cViewPr varScale="1">
        <p:scale>
          <a:sx n="59" d="100"/>
          <a:sy n="59" d="100"/>
        </p:scale>
        <p:origin x="1004" y="48"/>
      </p:cViewPr>
      <p:guideLst>
        <p:guide orient="horz" pos="2205"/>
        <p:guide pos="3840"/>
      </p:guideLst>
    </p:cSldViewPr>
  </p:slideViewPr>
  <p:outlineViewPr>
    <p:cViewPr>
      <p:scale>
        <a:sx n="33" d="100"/>
        <a:sy n="33" d="100"/>
      </p:scale>
      <p:origin x="0" y="11333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7" tIns="45769" rIns="91537" bIns="45769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9138" y="0"/>
            <a:ext cx="44354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7" tIns="45769" rIns="91537" bIns="4576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5288"/>
            <a:ext cx="44354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7" tIns="45769" rIns="91537" bIns="45769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9138" y="6745288"/>
            <a:ext cx="44354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37" tIns="45769" rIns="91537" bIns="4576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ECB74172-9B35-4075-8333-01A4F07667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73575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37" tIns="45769" rIns="91537" bIns="45769" numCol="1" anchor="t" anchorCtr="0" compatLnSpc="1">
            <a:prstTxWarp prst="textNoShape">
              <a:avLst/>
            </a:prstTxWarp>
          </a:bodyPr>
          <a:lstStyle>
            <a:lvl1pPr algn="l" defTabSz="915988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851525" y="0"/>
            <a:ext cx="4357688" cy="38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37" tIns="45769" rIns="91537" bIns="4576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40025" y="546100"/>
            <a:ext cx="4741863" cy="26685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77950" y="3378200"/>
            <a:ext cx="7456488" cy="321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37" tIns="45769" rIns="91537" bIns="457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86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57988"/>
            <a:ext cx="4473575" cy="32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37" tIns="45769" rIns="91537" bIns="45769" numCol="1" anchor="b" anchorCtr="0" compatLnSpc="1">
            <a:prstTxWarp prst="textNoShape">
              <a:avLst/>
            </a:prstTxWarp>
          </a:bodyPr>
          <a:lstStyle>
            <a:lvl1pPr algn="l" defTabSz="915988" eaLnBrk="1" hangingPunct="1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86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851525" y="6757988"/>
            <a:ext cx="4357688" cy="32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537" tIns="45769" rIns="91537" bIns="4576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3377E793-1CCB-42F2-AD71-25ADD6496DA0}" type="slidenum">
              <a:rPr lang="de-DE" altLang="en-US"/>
              <a:pPr/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740025" y="546100"/>
            <a:ext cx="4741863" cy="2668588"/>
          </a:xfrm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de-DE">
              <a:latin typeface="Arial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159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159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159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159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159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4693D97D-6E47-4319-BBB9-16A8519500DF}" type="slidenum">
              <a:rPr kumimoji="0" lang="de-DE" altLang="de-DE">
                <a:latin typeface="Tahoma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de-DE" altLang="de-DE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01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6" name="Google Shape;42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E0191C1D-9D7A-491B-8147-367224F372A7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ABAC0E-10D0-468A-895E-CF87FAAEF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2" y="618877"/>
            <a:ext cx="5118729" cy="2387600"/>
          </a:xfrm>
        </p:spPr>
        <p:txBody>
          <a:bodyPr anchor="ctr"/>
          <a:lstStyle>
            <a:lvl1pPr algn="l">
              <a:lnSpc>
                <a:spcPct val="93000"/>
              </a:lnSpc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8581A5-C11C-4BC9-9238-820F99D556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5947482"/>
            <a:ext cx="5118728" cy="622888"/>
          </a:xfrm>
        </p:spPr>
        <p:txBody>
          <a:bodyPr anchor="ctr"/>
          <a:lstStyle>
            <a:lvl1pPr marL="0" indent="0" algn="l">
              <a:lnSpc>
                <a:spcPct val="90000"/>
              </a:lnSpc>
              <a:buNone/>
              <a:defRPr sz="1250" b="1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Vorname Nachname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A8E313B-1D0A-4A5D-AE2C-A4D16DD0AC1E}"/>
              </a:ext>
            </a:extLst>
          </p:cNvPr>
          <p:cNvCxnSpPr>
            <a:cxnSpLocks/>
          </p:cNvCxnSpPr>
          <p:nvPr/>
        </p:nvCxnSpPr>
        <p:spPr>
          <a:xfrm>
            <a:off x="4618058" y="3429000"/>
            <a:ext cx="0" cy="170110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C96199C-0EA3-4D88-82F4-8B06FE6F3246}"/>
              </a:ext>
            </a:extLst>
          </p:cNvPr>
          <p:cNvCxnSpPr>
            <a:cxnSpLocks/>
          </p:cNvCxnSpPr>
          <p:nvPr/>
        </p:nvCxnSpPr>
        <p:spPr>
          <a:xfrm>
            <a:off x="3143672" y="5130101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85F4E5B-349A-49EA-B3C5-32D69EE400D2}"/>
              </a:ext>
            </a:extLst>
          </p:cNvPr>
          <p:cNvGrpSpPr/>
          <p:nvPr/>
        </p:nvGrpSpPr>
        <p:grpSpPr>
          <a:xfrm>
            <a:off x="3143671" y="3422734"/>
            <a:ext cx="2949274" cy="853684"/>
            <a:chOff x="2705165" y="4074299"/>
            <a:chExt cx="3399799" cy="504006"/>
          </a:xfrm>
        </p:grpSpPr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7552A9D8-8D4F-419E-82EE-2A860FE8F67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85D430D-F97C-447D-BF12-0AF5CD76DEA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8384F2B-869E-4CAA-9BE2-9470FD382CE8}"/>
              </a:ext>
            </a:extLst>
          </p:cNvPr>
          <p:cNvCxnSpPr>
            <a:cxnSpLocks/>
          </p:cNvCxnSpPr>
          <p:nvPr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9FB3BF1-327A-497B-A38E-B7BA1919C730}"/>
              </a:ext>
            </a:extLst>
          </p:cNvPr>
          <p:cNvCxnSpPr>
            <a:cxnSpLocks/>
          </p:cNvCxnSpPr>
          <p:nvPr/>
        </p:nvCxnSpPr>
        <p:spPr>
          <a:xfrm>
            <a:off x="3143672" y="3429000"/>
            <a:ext cx="0" cy="234978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741F339-81D1-4D75-BECE-059877E219F2}"/>
              </a:ext>
            </a:extLst>
          </p:cNvPr>
          <p:cNvCxnSpPr>
            <a:cxnSpLocks/>
          </p:cNvCxnSpPr>
          <p:nvPr/>
        </p:nvCxnSpPr>
        <p:spPr>
          <a:xfrm>
            <a:off x="192088" y="5778786"/>
            <a:ext cx="5900857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81D5917-047D-4F95-BD66-998EDD1C073B}"/>
              </a:ext>
            </a:extLst>
          </p:cNvPr>
          <p:cNvGrpSpPr/>
          <p:nvPr/>
        </p:nvGrpSpPr>
        <p:grpSpPr>
          <a:xfrm>
            <a:off x="3143671" y="4276418"/>
            <a:ext cx="2949274" cy="853683"/>
            <a:chOff x="2705165" y="4074299"/>
            <a:chExt cx="3399799" cy="504006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F6151C41-96BB-43B5-88F4-1641D61702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D2547D75-E494-44EC-BE4A-D11945E5BFD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3CC2024-6DE1-4FAF-9E33-9B3EA7465747}"/>
              </a:ext>
            </a:extLst>
          </p:cNvPr>
          <p:cNvCxnSpPr>
            <a:cxnSpLocks/>
          </p:cNvCxnSpPr>
          <p:nvPr/>
        </p:nvCxnSpPr>
        <p:spPr>
          <a:xfrm>
            <a:off x="3143672" y="4276419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1BF5950F-F6BB-45B8-B9D3-EF0DD9F520AE}"/>
              </a:ext>
            </a:extLst>
          </p:cNvPr>
          <p:cNvSpPr/>
          <p:nvPr/>
        </p:nvSpPr>
        <p:spPr>
          <a:xfrm>
            <a:off x="4570268" y="5083880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297C045D-6817-4DC0-863D-F4511881D8D2}"/>
              </a:ext>
            </a:extLst>
          </p:cNvPr>
          <p:cNvSpPr/>
          <p:nvPr/>
        </p:nvSpPr>
        <p:spPr>
          <a:xfrm>
            <a:off x="4570268" y="4229319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85EADA80-188D-42C8-850C-0798FF7F7C88}"/>
              </a:ext>
            </a:extLst>
          </p:cNvPr>
          <p:cNvSpPr/>
          <p:nvPr/>
        </p:nvSpPr>
        <p:spPr>
          <a:xfrm>
            <a:off x="4570268" y="3381866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348FFFB4-B958-4271-BBD2-32DCC112BF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1" y="3962710"/>
            <a:ext cx="1852613" cy="1364753"/>
          </a:xfrm>
          <a:prstGeom prst="rect">
            <a:avLst/>
          </a:prstGeom>
        </p:spPr>
      </p:pic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91D9099-FDAE-4EBA-9215-C94E1CD0DDAA}"/>
              </a:ext>
            </a:extLst>
          </p:cNvPr>
          <p:cNvCxnSpPr>
            <a:cxnSpLocks/>
          </p:cNvCxnSpPr>
          <p:nvPr/>
        </p:nvCxnSpPr>
        <p:spPr>
          <a:xfrm>
            <a:off x="6092945" y="188913"/>
            <a:ext cx="0" cy="64801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fik 31">
            <a:extLst>
              <a:ext uri="{FF2B5EF4-FFF2-40B4-BE49-F238E27FC236}">
                <a16:creationId xmlns:a16="http://schemas.microsoft.com/office/drawing/2014/main" id="{FA27A065-798F-4D03-9301-A28E7C677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4507" y="188913"/>
            <a:ext cx="3499294" cy="6480174"/>
          </a:xfrm>
          <a:prstGeom prst="rect">
            <a:avLst/>
          </a:prstGeom>
        </p:spPr>
      </p:pic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2E06732-278B-5711-CAB1-945C5D76BA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5680" y="5225680"/>
            <a:ext cx="2808309" cy="46800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9251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>
            <a:extLst>
              <a:ext uri="{FF2B5EF4-FFF2-40B4-BE49-F238E27FC236}">
                <a16:creationId xmlns:a16="http://schemas.microsoft.com/office/drawing/2014/main" id="{E0191C1D-9D7A-491B-8147-367224F372A7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ABAC0E-10D0-468A-895E-CF87FAAEF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2" y="618877"/>
            <a:ext cx="5118729" cy="2387600"/>
          </a:xfrm>
        </p:spPr>
        <p:txBody>
          <a:bodyPr anchor="ctr"/>
          <a:lstStyle>
            <a:lvl1pPr algn="l">
              <a:lnSpc>
                <a:spcPct val="93000"/>
              </a:lnSpc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48581A5-C11C-4BC9-9238-820F99D556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5947482"/>
            <a:ext cx="5118728" cy="622888"/>
          </a:xfrm>
        </p:spPr>
        <p:txBody>
          <a:bodyPr anchor="ctr"/>
          <a:lstStyle>
            <a:lvl1pPr marL="0" indent="0" algn="l">
              <a:lnSpc>
                <a:spcPct val="90000"/>
              </a:lnSpc>
              <a:buNone/>
              <a:defRPr sz="1250" b="1">
                <a:solidFill>
                  <a:schemeClr val="tx2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Vorname Nachname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A8E313B-1D0A-4A5D-AE2C-A4D16DD0AC1E}"/>
              </a:ext>
            </a:extLst>
          </p:cNvPr>
          <p:cNvCxnSpPr>
            <a:cxnSpLocks/>
          </p:cNvCxnSpPr>
          <p:nvPr/>
        </p:nvCxnSpPr>
        <p:spPr>
          <a:xfrm>
            <a:off x="4618058" y="3429000"/>
            <a:ext cx="0" cy="170110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BC96199C-0EA3-4D88-82F4-8B06FE6F3246}"/>
              </a:ext>
            </a:extLst>
          </p:cNvPr>
          <p:cNvCxnSpPr>
            <a:cxnSpLocks/>
          </p:cNvCxnSpPr>
          <p:nvPr/>
        </p:nvCxnSpPr>
        <p:spPr>
          <a:xfrm>
            <a:off x="3143672" y="5130101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685F4E5B-349A-49EA-B3C5-32D69EE400D2}"/>
              </a:ext>
            </a:extLst>
          </p:cNvPr>
          <p:cNvGrpSpPr/>
          <p:nvPr/>
        </p:nvGrpSpPr>
        <p:grpSpPr>
          <a:xfrm>
            <a:off x="3143671" y="3422734"/>
            <a:ext cx="2949274" cy="853684"/>
            <a:chOff x="2705165" y="4074299"/>
            <a:chExt cx="3399799" cy="504006"/>
          </a:xfrm>
        </p:grpSpPr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7552A9D8-8D4F-419E-82EE-2A860FE8F67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85D430D-F97C-447D-BF12-0AF5CD76DEA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8384F2B-869E-4CAA-9BE2-9470FD382CE8}"/>
              </a:ext>
            </a:extLst>
          </p:cNvPr>
          <p:cNvCxnSpPr>
            <a:cxnSpLocks/>
          </p:cNvCxnSpPr>
          <p:nvPr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9FB3BF1-327A-497B-A38E-B7BA1919C730}"/>
              </a:ext>
            </a:extLst>
          </p:cNvPr>
          <p:cNvCxnSpPr>
            <a:cxnSpLocks/>
          </p:cNvCxnSpPr>
          <p:nvPr/>
        </p:nvCxnSpPr>
        <p:spPr>
          <a:xfrm>
            <a:off x="3143672" y="3429000"/>
            <a:ext cx="0" cy="234978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741F339-81D1-4D75-BECE-059877E219F2}"/>
              </a:ext>
            </a:extLst>
          </p:cNvPr>
          <p:cNvCxnSpPr>
            <a:cxnSpLocks/>
          </p:cNvCxnSpPr>
          <p:nvPr/>
        </p:nvCxnSpPr>
        <p:spPr>
          <a:xfrm>
            <a:off x="192088" y="5778786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81D5917-047D-4F95-BD66-998EDD1C073B}"/>
              </a:ext>
            </a:extLst>
          </p:cNvPr>
          <p:cNvGrpSpPr/>
          <p:nvPr/>
        </p:nvGrpSpPr>
        <p:grpSpPr>
          <a:xfrm>
            <a:off x="3143671" y="4276418"/>
            <a:ext cx="2949274" cy="853683"/>
            <a:chOff x="2705165" y="4074299"/>
            <a:chExt cx="3399799" cy="504006"/>
          </a:xfrm>
        </p:grpSpPr>
        <p:cxnSp>
          <p:nvCxnSpPr>
            <p:cNvPr id="43" name="Gerader Verbinder 42">
              <a:extLst>
                <a:ext uri="{FF2B5EF4-FFF2-40B4-BE49-F238E27FC236}">
                  <a16:creationId xmlns:a16="http://schemas.microsoft.com/office/drawing/2014/main" id="{F6151C41-96BB-43B5-88F4-1641D61702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05165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>
              <a:extLst>
                <a:ext uri="{FF2B5EF4-FFF2-40B4-BE49-F238E27FC236}">
                  <a16:creationId xmlns:a16="http://schemas.microsoft.com/office/drawing/2014/main" id="{D2547D75-E494-44EC-BE4A-D11945E5BFD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405064" y="4074299"/>
              <a:ext cx="1699900" cy="50400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93CC2024-6DE1-4FAF-9E33-9B3EA7465747}"/>
              </a:ext>
            </a:extLst>
          </p:cNvPr>
          <p:cNvCxnSpPr>
            <a:cxnSpLocks/>
          </p:cNvCxnSpPr>
          <p:nvPr/>
        </p:nvCxnSpPr>
        <p:spPr>
          <a:xfrm>
            <a:off x="3143672" y="4276419"/>
            <a:ext cx="2949273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lipse 38">
            <a:extLst>
              <a:ext uri="{FF2B5EF4-FFF2-40B4-BE49-F238E27FC236}">
                <a16:creationId xmlns:a16="http://schemas.microsoft.com/office/drawing/2014/main" id="{1BF5950F-F6BB-45B8-B9D3-EF0DD9F520AE}"/>
              </a:ext>
            </a:extLst>
          </p:cNvPr>
          <p:cNvSpPr/>
          <p:nvPr/>
        </p:nvSpPr>
        <p:spPr>
          <a:xfrm>
            <a:off x="4570268" y="5083880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297C045D-6817-4DC0-863D-F4511881D8D2}"/>
              </a:ext>
            </a:extLst>
          </p:cNvPr>
          <p:cNvSpPr/>
          <p:nvPr/>
        </p:nvSpPr>
        <p:spPr>
          <a:xfrm>
            <a:off x="4570268" y="4229319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85EADA80-188D-42C8-850C-0798FF7F7C88}"/>
              </a:ext>
            </a:extLst>
          </p:cNvPr>
          <p:cNvSpPr/>
          <p:nvPr/>
        </p:nvSpPr>
        <p:spPr>
          <a:xfrm>
            <a:off x="4570268" y="3381866"/>
            <a:ext cx="95579" cy="955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348FFFB4-B958-4271-BBD2-32DCC112BF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1" y="3962710"/>
            <a:ext cx="1852613" cy="1364753"/>
          </a:xfrm>
          <a:prstGeom prst="rect">
            <a:avLst/>
          </a:prstGeom>
        </p:spPr>
      </p:pic>
      <p:sp>
        <p:nvSpPr>
          <p:cNvPr id="27" name="Bildplatzhalter 10">
            <a:extLst>
              <a:ext uri="{FF2B5EF4-FFF2-40B4-BE49-F238E27FC236}">
                <a16:creationId xmlns:a16="http://schemas.microsoft.com/office/drawing/2014/main" id="{F81D95CA-5FFB-4E60-A0D0-9361EBF7F7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2947" y="188914"/>
            <a:ext cx="5906965" cy="6480174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91D9099-FDAE-4EBA-9215-C94E1CD0DDAA}"/>
              </a:ext>
            </a:extLst>
          </p:cNvPr>
          <p:cNvCxnSpPr>
            <a:cxnSpLocks/>
          </p:cNvCxnSpPr>
          <p:nvPr/>
        </p:nvCxnSpPr>
        <p:spPr>
          <a:xfrm>
            <a:off x="6092945" y="188913"/>
            <a:ext cx="0" cy="64801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D249649-B19B-7E6F-A1E3-BECDAA8BAAB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215679" y="5225680"/>
            <a:ext cx="2809867" cy="468294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0045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6DDEDCE2-0AD1-4B41-8126-CDC8449F2098}"/>
              </a:ext>
            </a:extLst>
          </p:cNvPr>
          <p:cNvGrpSpPr/>
          <p:nvPr/>
        </p:nvGrpSpPr>
        <p:grpSpPr>
          <a:xfrm>
            <a:off x="190675" y="4406818"/>
            <a:ext cx="2195624" cy="1282120"/>
            <a:chOff x="190675" y="4406818"/>
            <a:chExt cx="2195624" cy="1282120"/>
          </a:xfrm>
        </p:grpSpPr>
        <p:cxnSp>
          <p:nvCxnSpPr>
            <p:cNvPr id="20" name="Gerader Verbinder 19">
              <a:extLst>
                <a:ext uri="{FF2B5EF4-FFF2-40B4-BE49-F238E27FC236}">
                  <a16:creationId xmlns:a16="http://schemas.microsoft.com/office/drawing/2014/main" id="{666C1B83-CA75-416D-B10E-98F460D6D6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675" y="5047878"/>
              <a:ext cx="1584642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Grafik 27">
              <a:extLst>
                <a:ext uri="{FF2B5EF4-FFF2-40B4-BE49-F238E27FC236}">
                  <a16:creationId xmlns:a16="http://schemas.microsoft.com/office/drawing/2014/main" id="{CAEF280B-FE1F-4FD5-96B2-FED07A790F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3874" y="4406818"/>
              <a:ext cx="2192425" cy="1282120"/>
            </a:xfrm>
            <a:prstGeom prst="rect">
              <a:avLst/>
            </a:prstGeom>
          </p:spPr>
        </p:pic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731C7E99-4681-4783-8DF1-81B09C5F0D9D}"/>
              </a:ext>
            </a:extLst>
          </p:cNvPr>
          <p:cNvSpPr/>
          <p:nvPr/>
        </p:nvSpPr>
        <p:spPr>
          <a:xfrm>
            <a:off x="3719736" y="188913"/>
            <a:ext cx="7129239" cy="6480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663" y="620688"/>
            <a:ext cx="2557054" cy="2387596"/>
          </a:xfrm>
        </p:spPr>
        <p:txBody>
          <a:bodyPr/>
          <a:lstStyle>
            <a:lvl1pPr>
              <a:lnSpc>
                <a:spcPct val="93000"/>
              </a:lnSpc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3ACCB4FD-DE48-4FE1-8660-EDED57E8D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0291" y="1134269"/>
            <a:ext cx="6086881" cy="4958556"/>
          </a:xfrm>
        </p:spPr>
        <p:txBody>
          <a:bodyPr/>
          <a:lstStyle>
            <a:lvl1pPr marL="422275" indent="-422275">
              <a:lnSpc>
                <a:spcPct val="93000"/>
              </a:lnSpc>
              <a:spcAft>
                <a:spcPts val="2100"/>
              </a:spcAft>
              <a:buFont typeface="+mj-lt"/>
              <a:buAutoNum type="arabicPeriod"/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D08EA76-CFAB-4FE3-AF75-AE9CD2D80941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9B4E3E58-E68C-4D37-B9F7-03F6F4CB1EB8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076778FE-41EB-44A1-8BBF-BE2578026864}"/>
              </a:ext>
            </a:extLst>
          </p:cNvPr>
          <p:cNvCxnSpPr>
            <a:cxnSpLocks/>
            <a:endCxn id="25" idx="3"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AD644C35-93C8-4B3A-B63E-5C19A27FBA82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A250A724-A144-4A15-9FF5-8C95AAB4D4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E70DDC1-5607-4BBE-9C27-DD62813130E7}"/>
              </a:ext>
            </a:extLst>
          </p:cNvPr>
          <p:cNvCxnSpPr>
            <a:cxnSpLocks/>
          </p:cNvCxnSpPr>
          <p:nvPr/>
        </p:nvCxnSpPr>
        <p:spPr>
          <a:xfrm>
            <a:off x="3719736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E9F5C7C-9DB4-4E51-A4B5-A2EFF7983328}"/>
              </a:ext>
            </a:extLst>
          </p:cNvPr>
          <p:cNvCxnSpPr>
            <a:cxnSpLocks/>
          </p:cNvCxnSpPr>
          <p:nvPr/>
        </p:nvCxnSpPr>
        <p:spPr>
          <a:xfrm>
            <a:off x="192088" y="3429001"/>
            <a:ext cx="352764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5439654-56BA-AE6E-9B04-9C1A53F554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907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4013528-5B0A-4C01-8EE6-61DFF932BB0E}"/>
              </a:ext>
            </a:extLst>
          </p:cNvPr>
          <p:cNvGrpSpPr/>
          <p:nvPr/>
        </p:nvGrpSpPr>
        <p:grpSpPr>
          <a:xfrm>
            <a:off x="192086" y="3426141"/>
            <a:ext cx="9719047" cy="3242945"/>
            <a:chOff x="407989" y="3426142"/>
            <a:chExt cx="9080567" cy="3029904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0F0915A3-4AFB-4023-BE5A-5A4995BAE4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1526" y="4047913"/>
              <a:ext cx="1775012" cy="1788465"/>
            </a:xfrm>
            <a:prstGeom prst="rect">
              <a:avLst/>
            </a:prstGeom>
          </p:spPr>
        </p:pic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FC48FD73-1425-44E4-91C7-BDD4D0B8312D}"/>
                </a:ext>
              </a:extLst>
            </p:cNvPr>
            <p:cNvSpPr/>
            <p:nvPr userDrawn="1"/>
          </p:nvSpPr>
          <p:spPr>
            <a:xfrm>
              <a:off x="407989" y="3431102"/>
              <a:ext cx="3022086" cy="3022086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FA39A814-DF3A-4863-B725-B87B159363D9}"/>
                </a:ext>
              </a:extLst>
            </p:cNvPr>
            <p:cNvSpPr/>
            <p:nvPr userDrawn="1"/>
          </p:nvSpPr>
          <p:spPr>
            <a:xfrm>
              <a:off x="3436174" y="3431102"/>
              <a:ext cx="3022086" cy="3022086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93E21D91-B7B5-49B4-8C66-F0AC6BC945E1}"/>
                </a:ext>
              </a:extLst>
            </p:cNvPr>
            <p:cNvSpPr/>
            <p:nvPr userDrawn="1"/>
          </p:nvSpPr>
          <p:spPr>
            <a:xfrm>
              <a:off x="6466470" y="3431102"/>
              <a:ext cx="3022086" cy="3022086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b="0" i="0" dirty="0">
                <a:latin typeface="Poppins" panose="00000500000000000000" pitchFamily="2" charset="0"/>
              </a:endParaRPr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000E525-1EF1-4519-9A0B-EF1DCBF9BAF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488556" y="3426142"/>
              <a:ext cx="0" cy="302704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C66FF370-75FF-4A06-B2E4-9D1D30D1DE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1413" y="3426142"/>
              <a:ext cx="0" cy="302704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DA3D36C3-FBF8-4D48-881F-F10A9ECE61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433885" y="3429000"/>
              <a:ext cx="0" cy="3027046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4EAA33A-6452-4ACF-C7E5-EFFEA0A932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0025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87EA018-02CF-425C-A520-FB36C46D5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4041068"/>
            <a:ext cx="9505701" cy="2026015"/>
          </a:xfrm>
          <a:prstGeom prst="rect">
            <a:avLst/>
          </a:prstGeom>
        </p:spPr>
      </p:pic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AA7DE7-3B94-D163-6D35-7741EDE8F7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054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1E7ECBEB-2BFB-4BCD-9890-81816CE469D7}"/>
              </a:ext>
            </a:extLst>
          </p:cNvPr>
          <p:cNvSpPr/>
          <p:nvPr/>
        </p:nvSpPr>
        <p:spPr>
          <a:xfrm>
            <a:off x="192087" y="5552477"/>
            <a:ext cx="9849987" cy="1114761"/>
          </a:xfrm>
          <a:custGeom>
            <a:avLst/>
            <a:gdLst>
              <a:gd name="connsiteX0" fmla="*/ 0 w 9145445"/>
              <a:gd name="connsiteY0" fmla="*/ 0 h 1035519"/>
              <a:gd name="connsiteX1" fmla="*/ 9145445 w 9145445"/>
              <a:gd name="connsiteY1" fmla="*/ 0 h 1035519"/>
              <a:gd name="connsiteX2" fmla="*/ 9145445 w 9145445"/>
              <a:gd name="connsiteY2" fmla="*/ 1035519 h 1035519"/>
              <a:gd name="connsiteX3" fmla="*/ 0 w 9145445"/>
              <a:gd name="connsiteY3" fmla="*/ 1035519 h 1035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5445" h="1035519">
                <a:moveTo>
                  <a:pt x="0" y="0"/>
                </a:moveTo>
                <a:lnTo>
                  <a:pt x="9145445" y="0"/>
                </a:lnTo>
                <a:lnTo>
                  <a:pt x="9145445" y="1035519"/>
                </a:lnTo>
                <a:lnTo>
                  <a:pt x="0" y="1035519"/>
                </a:lnTo>
                <a:close/>
              </a:path>
            </a:pathLst>
          </a:custGeom>
          <a:solidFill>
            <a:srgbClr val="F0F0F0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E8E2DFD-85A4-447D-BF27-890A003DB82A}"/>
              </a:ext>
            </a:extLst>
          </p:cNvPr>
          <p:cNvCxnSpPr>
            <a:cxnSpLocks/>
          </p:cNvCxnSpPr>
          <p:nvPr/>
        </p:nvCxnSpPr>
        <p:spPr>
          <a:xfrm>
            <a:off x="6982259" y="3426142"/>
            <a:ext cx="0" cy="213343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D41B777-5F65-4D6E-A868-DD763301890D}"/>
              </a:ext>
            </a:extLst>
          </p:cNvPr>
          <p:cNvCxnSpPr>
            <a:cxnSpLocks/>
          </p:cNvCxnSpPr>
          <p:nvPr/>
        </p:nvCxnSpPr>
        <p:spPr>
          <a:xfrm>
            <a:off x="7492228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6C2BD39E-E989-41EF-9F7B-64EE0FB5971E}"/>
              </a:ext>
            </a:extLst>
          </p:cNvPr>
          <p:cNvCxnSpPr>
            <a:cxnSpLocks/>
          </p:cNvCxnSpPr>
          <p:nvPr/>
        </p:nvCxnSpPr>
        <p:spPr>
          <a:xfrm>
            <a:off x="8002197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C8DF0095-BA63-4255-A578-2BB9B866B13F}"/>
              </a:ext>
            </a:extLst>
          </p:cNvPr>
          <p:cNvCxnSpPr>
            <a:cxnSpLocks/>
          </p:cNvCxnSpPr>
          <p:nvPr/>
        </p:nvCxnSpPr>
        <p:spPr>
          <a:xfrm>
            <a:off x="8512167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147AF5D-71CE-43CD-8795-9121D891CE38}"/>
              </a:ext>
            </a:extLst>
          </p:cNvPr>
          <p:cNvCxnSpPr>
            <a:cxnSpLocks/>
          </p:cNvCxnSpPr>
          <p:nvPr/>
        </p:nvCxnSpPr>
        <p:spPr>
          <a:xfrm>
            <a:off x="9022137" y="3426142"/>
            <a:ext cx="0" cy="2133437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49761C52-8C60-4B13-8865-2FD6E2A11086}"/>
              </a:ext>
            </a:extLst>
          </p:cNvPr>
          <p:cNvCxnSpPr>
            <a:cxnSpLocks/>
          </p:cNvCxnSpPr>
          <p:nvPr/>
        </p:nvCxnSpPr>
        <p:spPr>
          <a:xfrm>
            <a:off x="9532106" y="3426142"/>
            <a:ext cx="0" cy="212633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F7B94B6A-2E6F-4007-B4D5-06AC0C1A8E61}"/>
              </a:ext>
            </a:extLst>
          </p:cNvPr>
          <p:cNvCxnSpPr>
            <a:cxnSpLocks/>
          </p:cNvCxnSpPr>
          <p:nvPr/>
        </p:nvCxnSpPr>
        <p:spPr>
          <a:xfrm>
            <a:off x="10042076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3E9967A7-E2B9-414E-8184-12F9D157FF7B}"/>
              </a:ext>
            </a:extLst>
          </p:cNvPr>
          <p:cNvSpPr/>
          <p:nvPr/>
        </p:nvSpPr>
        <p:spPr>
          <a:xfrm>
            <a:off x="9886080" y="4697944"/>
            <a:ext cx="302532" cy="302532"/>
          </a:xfrm>
          <a:custGeom>
            <a:avLst/>
            <a:gdLst>
              <a:gd name="connsiteX0" fmla="*/ 151266 w 302532"/>
              <a:gd name="connsiteY0" fmla="*/ 0 h 302532"/>
              <a:gd name="connsiteX1" fmla="*/ 0 w 302532"/>
              <a:gd name="connsiteY1" fmla="*/ 151266 h 302532"/>
              <a:gd name="connsiteX2" fmla="*/ 151266 w 302532"/>
              <a:gd name="connsiteY2" fmla="*/ 302533 h 302532"/>
              <a:gd name="connsiteX3" fmla="*/ 302532 w 302532"/>
              <a:gd name="connsiteY3" fmla="*/ 151266 h 302532"/>
              <a:gd name="connsiteX4" fmla="*/ 151266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6" y="0"/>
                </a:moveTo>
                <a:cubicBezTo>
                  <a:pt x="67745" y="0"/>
                  <a:pt x="0" y="67682"/>
                  <a:pt x="0" y="151266"/>
                </a:cubicBezTo>
                <a:cubicBezTo>
                  <a:pt x="0" y="234724"/>
                  <a:pt x="67745" y="302533"/>
                  <a:pt x="151266" y="302533"/>
                </a:cubicBezTo>
                <a:cubicBezTo>
                  <a:pt x="234787" y="302533"/>
                  <a:pt x="302532" y="234724"/>
                  <a:pt x="302532" y="151266"/>
                </a:cubicBezTo>
                <a:cubicBezTo>
                  <a:pt x="302596" y="67682"/>
                  <a:pt x="234850" y="0"/>
                  <a:pt x="151266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2B6F986-AB95-4CAD-A76B-80B994D178DA}"/>
              </a:ext>
            </a:extLst>
          </p:cNvPr>
          <p:cNvSpPr/>
          <p:nvPr/>
        </p:nvSpPr>
        <p:spPr>
          <a:xfrm>
            <a:off x="9374871" y="4697944"/>
            <a:ext cx="302532" cy="302532"/>
          </a:xfrm>
          <a:custGeom>
            <a:avLst/>
            <a:gdLst>
              <a:gd name="connsiteX0" fmla="*/ 151267 w 302532"/>
              <a:gd name="connsiteY0" fmla="*/ 0 h 302532"/>
              <a:gd name="connsiteX1" fmla="*/ 0 w 302532"/>
              <a:gd name="connsiteY1" fmla="*/ 151266 h 302532"/>
              <a:gd name="connsiteX2" fmla="*/ 151267 w 302532"/>
              <a:gd name="connsiteY2" fmla="*/ 302533 h 302532"/>
              <a:gd name="connsiteX3" fmla="*/ 302532 w 302532"/>
              <a:gd name="connsiteY3" fmla="*/ 151266 h 302532"/>
              <a:gd name="connsiteX4" fmla="*/ 151267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2" y="234724"/>
                  <a:pt x="302532" y="151266"/>
                </a:cubicBezTo>
                <a:cubicBezTo>
                  <a:pt x="302532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58D38A67-F508-421C-AF21-24C29B4E4064}"/>
              </a:ext>
            </a:extLst>
          </p:cNvPr>
          <p:cNvSpPr/>
          <p:nvPr/>
        </p:nvSpPr>
        <p:spPr>
          <a:xfrm>
            <a:off x="7844202" y="3732186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E4828B82-F4BF-4441-8B39-F9C2F2EA8188}"/>
              </a:ext>
            </a:extLst>
          </p:cNvPr>
          <p:cNvSpPr/>
          <p:nvPr/>
        </p:nvSpPr>
        <p:spPr>
          <a:xfrm>
            <a:off x="7844202" y="4329100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1" name="Freihandform: Form 30">
            <a:extLst>
              <a:ext uri="{FF2B5EF4-FFF2-40B4-BE49-F238E27FC236}">
                <a16:creationId xmlns:a16="http://schemas.microsoft.com/office/drawing/2014/main" id="{F5FE3345-922B-4524-8710-8EC17304127C}"/>
              </a:ext>
            </a:extLst>
          </p:cNvPr>
          <p:cNvSpPr/>
          <p:nvPr/>
        </p:nvSpPr>
        <p:spPr>
          <a:xfrm>
            <a:off x="8871607" y="4157884"/>
            <a:ext cx="302532" cy="302532"/>
          </a:xfrm>
          <a:custGeom>
            <a:avLst/>
            <a:gdLst>
              <a:gd name="connsiteX0" fmla="*/ 151267 w 302532"/>
              <a:gd name="connsiteY0" fmla="*/ 0 h 302532"/>
              <a:gd name="connsiteX1" fmla="*/ 0 w 302532"/>
              <a:gd name="connsiteY1" fmla="*/ 151266 h 302532"/>
              <a:gd name="connsiteX2" fmla="*/ 151267 w 302532"/>
              <a:gd name="connsiteY2" fmla="*/ 302533 h 302532"/>
              <a:gd name="connsiteX3" fmla="*/ 302532 w 302532"/>
              <a:gd name="connsiteY3" fmla="*/ 151266 h 302532"/>
              <a:gd name="connsiteX4" fmla="*/ 151267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2" y="234724"/>
                  <a:pt x="302532" y="151266"/>
                </a:cubicBezTo>
                <a:cubicBezTo>
                  <a:pt x="302532" y="67682"/>
                  <a:pt x="234788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35CBBDED-B2AE-46A1-94D7-2CC6AE1D3B2A}"/>
              </a:ext>
            </a:extLst>
          </p:cNvPr>
          <p:cNvSpPr/>
          <p:nvPr/>
        </p:nvSpPr>
        <p:spPr>
          <a:xfrm>
            <a:off x="8351552" y="4939368"/>
            <a:ext cx="302532" cy="302532"/>
          </a:xfrm>
          <a:custGeom>
            <a:avLst/>
            <a:gdLst>
              <a:gd name="connsiteX0" fmla="*/ 151266 w 302532"/>
              <a:gd name="connsiteY0" fmla="*/ 0 h 302532"/>
              <a:gd name="connsiteX1" fmla="*/ 0 w 302532"/>
              <a:gd name="connsiteY1" fmla="*/ 151266 h 302532"/>
              <a:gd name="connsiteX2" fmla="*/ 151266 w 302532"/>
              <a:gd name="connsiteY2" fmla="*/ 302533 h 302532"/>
              <a:gd name="connsiteX3" fmla="*/ 302532 w 302532"/>
              <a:gd name="connsiteY3" fmla="*/ 151266 h 302532"/>
              <a:gd name="connsiteX4" fmla="*/ 151266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6" y="0"/>
                </a:moveTo>
                <a:cubicBezTo>
                  <a:pt x="67745" y="0"/>
                  <a:pt x="0" y="67682"/>
                  <a:pt x="0" y="151266"/>
                </a:cubicBezTo>
                <a:cubicBezTo>
                  <a:pt x="0" y="234724"/>
                  <a:pt x="67745" y="302533"/>
                  <a:pt x="151266" y="302533"/>
                </a:cubicBezTo>
                <a:cubicBezTo>
                  <a:pt x="234787" y="302533"/>
                  <a:pt x="302532" y="234724"/>
                  <a:pt x="302532" y="151266"/>
                </a:cubicBezTo>
                <a:cubicBezTo>
                  <a:pt x="302532" y="67682"/>
                  <a:pt x="234850" y="0"/>
                  <a:pt x="151266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0E56389F-331D-40E9-AE63-8D12ED390105}"/>
              </a:ext>
            </a:extLst>
          </p:cNvPr>
          <p:cNvSpPr/>
          <p:nvPr/>
        </p:nvSpPr>
        <p:spPr>
          <a:xfrm>
            <a:off x="7339186" y="5034680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851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D408055D-E2F9-4C7B-83BB-6E6F2B2046DD}"/>
              </a:ext>
            </a:extLst>
          </p:cNvPr>
          <p:cNvSpPr/>
          <p:nvPr/>
        </p:nvSpPr>
        <p:spPr>
          <a:xfrm>
            <a:off x="7339186" y="3990564"/>
            <a:ext cx="302533" cy="302532"/>
          </a:xfrm>
          <a:custGeom>
            <a:avLst/>
            <a:gdLst>
              <a:gd name="connsiteX0" fmla="*/ 151267 w 302533"/>
              <a:gd name="connsiteY0" fmla="*/ 0 h 302532"/>
              <a:gd name="connsiteX1" fmla="*/ 0 w 302533"/>
              <a:gd name="connsiteY1" fmla="*/ 151266 h 302532"/>
              <a:gd name="connsiteX2" fmla="*/ 151267 w 302533"/>
              <a:gd name="connsiteY2" fmla="*/ 302533 h 302532"/>
              <a:gd name="connsiteX3" fmla="*/ 302533 w 302533"/>
              <a:gd name="connsiteY3" fmla="*/ 151266 h 302532"/>
              <a:gd name="connsiteX4" fmla="*/ 151267 w 302533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3" h="302532">
                <a:moveTo>
                  <a:pt x="151267" y="0"/>
                </a:moveTo>
                <a:cubicBezTo>
                  <a:pt x="67746" y="0"/>
                  <a:pt x="0" y="67682"/>
                  <a:pt x="0" y="151266"/>
                </a:cubicBezTo>
                <a:cubicBezTo>
                  <a:pt x="0" y="234724"/>
                  <a:pt x="67746" y="302533"/>
                  <a:pt x="151267" y="302533"/>
                </a:cubicBezTo>
                <a:cubicBezTo>
                  <a:pt x="234788" y="302533"/>
                  <a:pt x="302533" y="234724"/>
                  <a:pt x="302533" y="151266"/>
                </a:cubicBezTo>
                <a:cubicBezTo>
                  <a:pt x="302533" y="67682"/>
                  <a:pt x="234851" y="0"/>
                  <a:pt x="151267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FA46387D-3EA2-487A-8E5A-54D553E575FC}"/>
              </a:ext>
            </a:extLst>
          </p:cNvPr>
          <p:cNvSpPr/>
          <p:nvPr/>
        </p:nvSpPr>
        <p:spPr>
          <a:xfrm>
            <a:off x="6832332" y="4579328"/>
            <a:ext cx="302532" cy="302532"/>
          </a:xfrm>
          <a:custGeom>
            <a:avLst/>
            <a:gdLst>
              <a:gd name="connsiteX0" fmla="*/ 151266 w 302532"/>
              <a:gd name="connsiteY0" fmla="*/ 0 h 302532"/>
              <a:gd name="connsiteX1" fmla="*/ 0 w 302532"/>
              <a:gd name="connsiteY1" fmla="*/ 151266 h 302532"/>
              <a:gd name="connsiteX2" fmla="*/ 151266 w 302532"/>
              <a:gd name="connsiteY2" fmla="*/ 302533 h 302532"/>
              <a:gd name="connsiteX3" fmla="*/ 302533 w 302532"/>
              <a:gd name="connsiteY3" fmla="*/ 151266 h 302532"/>
              <a:gd name="connsiteX4" fmla="*/ 151266 w 302532"/>
              <a:gd name="connsiteY4" fmla="*/ 0 h 30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2532" h="302532">
                <a:moveTo>
                  <a:pt x="151266" y="0"/>
                </a:moveTo>
                <a:cubicBezTo>
                  <a:pt x="67745" y="0"/>
                  <a:pt x="0" y="67682"/>
                  <a:pt x="0" y="151266"/>
                </a:cubicBezTo>
                <a:cubicBezTo>
                  <a:pt x="0" y="234724"/>
                  <a:pt x="67745" y="302533"/>
                  <a:pt x="151266" y="302533"/>
                </a:cubicBezTo>
                <a:cubicBezTo>
                  <a:pt x="234787" y="302533"/>
                  <a:pt x="302533" y="234724"/>
                  <a:pt x="302533" y="151266"/>
                </a:cubicBezTo>
                <a:cubicBezTo>
                  <a:pt x="302533" y="67682"/>
                  <a:pt x="234787" y="0"/>
                  <a:pt x="151266" y="0"/>
                </a:cubicBezTo>
              </a:path>
            </a:pathLst>
          </a:custGeom>
          <a:solidFill>
            <a:srgbClr val="FFAEA2"/>
          </a:solidFill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4FE0D12-731D-43FD-9E9A-9B389AD58E60}"/>
              </a:ext>
            </a:extLst>
          </p:cNvPr>
          <p:cNvCxnSpPr>
            <a:cxnSpLocks/>
          </p:cNvCxnSpPr>
          <p:nvPr/>
        </p:nvCxnSpPr>
        <p:spPr>
          <a:xfrm>
            <a:off x="192088" y="5553384"/>
            <a:ext cx="106521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7F121B21-FCBA-41A6-9107-9E5A5BBCB090}"/>
              </a:ext>
            </a:extLst>
          </p:cNvPr>
          <p:cNvGrpSpPr/>
          <p:nvPr/>
        </p:nvGrpSpPr>
        <p:grpSpPr>
          <a:xfrm>
            <a:off x="2531603" y="4106222"/>
            <a:ext cx="4082595" cy="1832565"/>
            <a:chOff x="2565601" y="4056458"/>
            <a:chExt cx="3825804" cy="1717299"/>
          </a:xfrm>
        </p:grpSpPr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81F04527-2CD8-457B-8F9F-88852BC80C9C}"/>
                </a:ext>
              </a:extLst>
            </p:cNvPr>
            <p:cNvSpPr/>
            <p:nvPr userDrawn="1"/>
          </p:nvSpPr>
          <p:spPr>
            <a:xfrm>
              <a:off x="2565601" y="4056649"/>
              <a:ext cx="2703711" cy="1351664"/>
            </a:xfrm>
            <a:custGeom>
              <a:avLst/>
              <a:gdLst>
                <a:gd name="connsiteX0" fmla="*/ 2703711 w 2703711"/>
                <a:gd name="connsiteY0" fmla="*/ 1351665 h 1351664"/>
                <a:gd name="connsiteX1" fmla="*/ 1351856 w 2703711"/>
                <a:gd name="connsiteY1" fmla="*/ 0 h 1351664"/>
                <a:gd name="connsiteX2" fmla="*/ 0 w 2703711"/>
                <a:gd name="connsiteY2" fmla="*/ 1351665 h 1351664"/>
                <a:gd name="connsiteX3" fmla="*/ 2703711 w 2703711"/>
                <a:gd name="connsiteY3" fmla="*/ 1351665 h 1351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3711" h="1351664">
                  <a:moveTo>
                    <a:pt x="2703711" y="1351665"/>
                  </a:moveTo>
                  <a:cubicBezTo>
                    <a:pt x="2703711" y="605065"/>
                    <a:pt x="2098455" y="0"/>
                    <a:pt x="1351856" y="0"/>
                  </a:cubicBezTo>
                  <a:cubicBezTo>
                    <a:pt x="605256" y="0"/>
                    <a:pt x="0" y="605065"/>
                    <a:pt x="0" y="1351665"/>
                  </a:cubicBezTo>
                  <a:lnTo>
                    <a:pt x="2703711" y="1351665"/>
                  </a:lnTo>
                  <a:close/>
                </a:path>
              </a:pathLst>
            </a:custGeom>
            <a:solidFill>
              <a:srgbClr val="7300FE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7E52CA20-0D0F-4A96-BE92-021B3BB88B30}"/>
                </a:ext>
              </a:extLst>
            </p:cNvPr>
            <p:cNvSpPr/>
            <p:nvPr userDrawn="1"/>
          </p:nvSpPr>
          <p:spPr>
            <a:xfrm>
              <a:off x="2565601" y="4056458"/>
              <a:ext cx="2703711" cy="1372338"/>
            </a:xfrm>
            <a:custGeom>
              <a:avLst/>
              <a:gdLst>
                <a:gd name="connsiteX0" fmla="*/ 0 w 2703711"/>
                <a:gd name="connsiteY0" fmla="*/ 0 h 1372338"/>
                <a:gd name="connsiteX1" fmla="*/ 2703711 w 2703711"/>
                <a:gd name="connsiteY1" fmla="*/ 0 h 1372338"/>
                <a:gd name="connsiteX2" fmla="*/ 2703711 w 2703711"/>
                <a:gd name="connsiteY2" fmla="*/ 1372338 h 1372338"/>
                <a:gd name="connsiteX3" fmla="*/ 0 w 2703711"/>
                <a:gd name="connsiteY3" fmla="*/ 1372338 h 13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3711" h="1372338">
                  <a:moveTo>
                    <a:pt x="0" y="0"/>
                  </a:moveTo>
                  <a:lnTo>
                    <a:pt x="2703711" y="0"/>
                  </a:lnTo>
                  <a:lnTo>
                    <a:pt x="2703711" y="1372338"/>
                  </a:lnTo>
                  <a:lnTo>
                    <a:pt x="0" y="1372338"/>
                  </a:lnTo>
                  <a:close/>
                </a:path>
              </a:pathLst>
            </a:custGeom>
            <a:noFill/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55C03589-B37B-4A09-8A3F-8774BFA30428}"/>
                </a:ext>
              </a:extLst>
            </p:cNvPr>
            <p:cNvSpPr/>
            <p:nvPr userDrawn="1"/>
          </p:nvSpPr>
          <p:spPr>
            <a:xfrm>
              <a:off x="3552076" y="5042997"/>
              <a:ext cx="730760" cy="730760"/>
            </a:xfrm>
            <a:custGeom>
              <a:avLst/>
              <a:gdLst>
                <a:gd name="connsiteX0" fmla="*/ 365380 w 730760"/>
                <a:gd name="connsiteY0" fmla="*/ 0 h 730760"/>
                <a:gd name="connsiteX1" fmla="*/ 0 w 730760"/>
                <a:gd name="connsiteY1" fmla="*/ 365380 h 730760"/>
                <a:gd name="connsiteX2" fmla="*/ 365380 w 730760"/>
                <a:gd name="connsiteY2" fmla="*/ 730760 h 730760"/>
                <a:gd name="connsiteX3" fmla="*/ 730761 w 730760"/>
                <a:gd name="connsiteY3" fmla="*/ 365380 h 730760"/>
                <a:gd name="connsiteX4" fmla="*/ 365380 w 730760"/>
                <a:gd name="connsiteY4" fmla="*/ 0 h 73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760" h="730760">
                  <a:moveTo>
                    <a:pt x="365380" y="0"/>
                  </a:moveTo>
                  <a:cubicBezTo>
                    <a:pt x="163607" y="0"/>
                    <a:pt x="0" y="163607"/>
                    <a:pt x="0" y="365380"/>
                  </a:cubicBezTo>
                  <a:cubicBezTo>
                    <a:pt x="0" y="567153"/>
                    <a:pt x="163607" y="730760"/>
                    <a:pt x="365380" y="730760"/>
                  </a:cubicBezTo>
                  <a:cubicBezTo>
                    <a:pt x="567154" y="730760"/>
                    <a:pt x="730761" y="567153"/>
                    <a:pt x="730761" y="365380"/>
                  </a:cubicBezTo>
                  <a:cubicBezTo>
                    <a:pt x="730761" y="163607"/>
                    <a:pt x="567154" y="0"/>
                    <a:pt x="365380" y="0"/>
                  </a:cubicBezTo>
                </a:path>
              </a:pathLst>
            </a:custGeom>
            <a:solidFill>
              <a:srgbClr val="8F9EA1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0" name="Freihandform: Form 39">
              <a:extLst>
                <a:ext uri="{FF2B5EF4-FFF2-40B4-BE49-F238E27FC236}">
                  <a16:creationId xmlns:a16="http://schemas.microsoft.com/office/drawing/2014/main" id="{6537F779-30AD-49C0-8948-42A374AF9272}"/>
                </a:ext>
              </a:extLst>
            </p:cNvPr>
            <p:cNvSpPr/>
            <p:nvPr userDrawn="1"/>
          </p:nvSpPr>
          <p:spPr>
            <a:xfrm>
              <a:off x="4804954" y="5257047"/>
              <a:ext cx="1403380" cy="302532"/>
            </a:xfrm>
            <a:custGeom>
              <a:avLst/>
              <a:gdLst>
                <a:gd name="connsiteX0" fmla="*/ 0 w 1403380"/>
                <a:gd name="connsiteY0" fmla="*/ 0 h 302532"/>
                <a:gd name="connsiteX1" fmla="*/ 1403380 w 1403380"/>
                <a:gd name="connsiteY1" fmla="*/ 0 h 302532"/>
                <a:gd name="connsiteX2" fmla="*/ 1403380 w 1403380"/>
                <a:gd name="connsiteY2" fmla="*/ 302533 h 302532"/>
                <a:gd name="connsiteX3" fmla="*/ 0 w 1403380"/>
                <a:gd name="connsiteY3" fmla="*/ 302533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3380" h="302532">
                  <a:moveTo>
                    <a:pt x="0" y="0"/>
                  </a:moveTo>
                  <a:lnTo>
                    <a:pt x="1403380" y="0"/>
                  </a:lnTo>
                  <a:lnTo>
                    <a:pt x="1403380" y="302533"/>
                  </a:lnTo>
                  <a:lnTo>
                    <a:pt x="0" y="302533"/>
                  </a:lnTo>
                  <a:close/>
                </a:path>
              </a:pathLst>
            </a:custGeom>
            <a:solidFill>
              <a:srgbClr val="FF9623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C91C73FA-CC50-4E49-A6C3-310F9DAF3589}"/>
                </a:ext>
              </a:extLst>
            </p:cNvPr>
            <p:cNvSpPr/>
            <p:nvPr userDrawn="1"/>
          </p:nvSpPr>
          <p:spPr>
            <a:xfrm>
              <a:off x="3917393" y="5257047"/>
              <a:ext cx="887497" cy="302532"/>
            </a:xfrm>
            <a:custGeom>
              <a:avLst/>
              <a:gdLst>
                <a:gd name="connsiteX0" fmla="*/ 0 w 887497"/>
                <a:gd name="connsiteY0" fmla="*/ 0 h 302532"/>
                <a:gd name="connsiteX1" fmla="*/ 887497 w 887497"/>
                <a:gd name="connsiteY1" fmla="*/ 0 h 302532"/>
                <a:gd name="connsiteX2" fmla="*/ 887497 w 887497"/>
                <a:gd name="connsiteY2" fmla="*/ 302533 h 302532"/>
                <a:gd name="connsiteX3" fmla="*/ 0 w 887497"/>
                <a:gd name="connsiteY3" fmla="*/ 302533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7497" h="302532">
                  <a:moveTo>
                    <a:pt x="0" y="0"/>
                  </a:moveTo>
                  <a:lnTo>
                    <a:pt x="887497" y="0"/>
                  </a:lnTo>
                  <a:lnTo>
                    <a:pt x="887497" y="302533"/>
                  </a:lnTo>
                  <a:lnTo>
                    <a:pt x="0" y="302533"/>
                  </a:lnTo>
                  <a:close/>
                </a:path>
              </a:pathLst>
            </a:custGeom>
            <a:solidFill>
              <a:srgbClr val="FF9623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6A83905F-92C5-4790-B26A-2816608A5C83}"/>
                </a:ext>
              </a:extLst>
            </p:cNvPr>
            <p:cNvSpPr/>
            <p:nvPr userDrawn="1"/>
          </p:nvSpPr>
          <p:spPr>
            <a:xfrm>
              <a:off x="6088873" y="5257111"/>
              <a:ext cx="302532" cy="302532"/>
            </a:xfrm>
            <a:custGeom>
              <a:avLst/>
              <a:gdLst>
                <a:gd name="connsiteX0" fmla="*/ 151266 w 302532"/>
                <a:gd name="connsiteY0" fmla="*/ 0 h 302532"/>
                <a:gd name="connsiteX1" fmla="*/ 0 w 302532"/>
                <a:gd name="connsiteY1" fmla="*/ 151266 h 302532"/>
                <a:gd name="connsiteX2" fmla="*/ 151266 w 302532"/>
                <a:gd name="connsiteY2" fmla="*/ 302533 h 302532"/>
                <a:gd name="connsiteX3" fmla="*/ 302533 w 302532"/>
                <a:gd name="connsiteY3" fmla="*/ 151266 h 302532"/>
                <a:gd name="connsiteX4" fmla="*/ 151266 w 302532"/>
                <a:gd name="connsiteY4" fmla="*/ 0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532" h="302532">
                  <a:moveTo>
                    <a:pt x="151266" y="0"/>
                  </a:moveTo>
                  <a:cubicBezTo>
                    <a:pt x="67745" y="0"/>
                    <a:pt x="0" y="67682"/>
                    <a:pt x="0" y="151266"/>
                  </a:cubicBezTo>
                  <a:cubicBezTo>
                    <a:pt x="0" y="234724"/>
                    <a:pt x="67745" y="302533"/>
                    <a:pt x="151266" y="302533"/>
                  </a:cubicBezTo>
                  <a:cubicBezTo>
                    <a:pt x="234787" y="302533"/>
                    <a:pt x="302533" y="234724"/>
                    <a:pt x="302533" y="151266"/>
                  </a:cubicBezTo>
                  <a:cubicBezTo>
                    <a:pt x="302533" y="67682"/>
                    <a:pt x="234787" y="0"/>
                    <a:pt x="151266" y="0"/>
                  </a:cubicBezTo>
                </a:path>
              </a:pathLst>
            </a:custGeom>
            <a:solidFill>
              <a:srgbClr val="FFAEA2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2F9E060D-34D1-462E-BB8F-9C7961ECC53C}"/>
                </a:ext>
              </a:extLst>
            </p:cNvPr>
            <p:cNvSpPr/>
            <p:nvPr userDrawn="1"/>
          </p:nvSpPr>
          <p:spPr>
            <a:xfrm>
              <a:off x="4653687" y="5257111"/>
              <a:ext cx="302532" cy="302532"/>
            </a:xfrm>
            <a:custGeom>
              <a:avLst/>
              <a:gdLst>
                <a:gd name="connsiteX0" fmla="*/ 151266 w 302532"/>
                <a:gd name="connsiteY0" fmla="*/ 0 h 302532"/>
                <a:gd name="connsiteX1" fmla="*/ 0 w 302532"/>
                <a:gd name="connsiteY1" fmla="*/ 151266 h 302532"/>
                <a:gd name="connsiteX2" fmla="*/ 151266 w 302532"/>
                <a:gd name="connsiteY2" fmla="*/ 302533 h 302532"/>
                <a:gd name="connsiteX3" fmla="*/ 302533 w 302532"/>
                <a:gd name="connsiteY3" fmla="*/ 151266 h 302532"/>
                <a:gd name="connsiteX4" fmla="*/ 151266 w 302532"/>
                <a:gd name="connsiteY4" fmla="*/ 0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532" h="302532">
                  <a:moveTo>
                    <a:pt x="151266" y="0"/>
                  </a:moveTo>
                  <a:cubicBezTo>
                    <a:pt x="67745" y="0"/>
                    <a:pt x="0" y="67682"/>
                    <a:pt x="0" y="151266"/>
                  </a:cubicBezTo>
                  <a:cubicBezTo>
                    <a:pt x="0" y="234724"/>
                    <a:pt x="67745" y="302533"/>
                    <a:pt x="151266" y="302533"/>
                  </a:cubicBezTo>
                  <a:cubicBezTo>
                    <a:pt x="234787" y="302533"/>
                    <a:pt x="302533" y="234724"/>
                    <a:pt x="302533" y="151266"/>
                  </a:cubicBezTo>
                  <a:cubicBezTo>
                    <a:pt x="302533" y="67682"/>
                    <a:pt x="234787" y="0"/>
                    <a:pt x="151266" y="0"/>
                  </a:cubicBezTo>
                </a:path>
              </a:pathLst>
            </a:custGeom>
            <a:solidFill>
              <a:srgbClr val="FFAEA2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  <p:sp>
          <p:nvSpPr>
            <p:cNvPr id="44" name="Freihandform: Form 43">
              <a:extLst>
                <a:ext uri="{FF2B5EF4-FFF2-40B4-BE49-F238E27FC236}">
                  <a16:creationId xmlns:a16="http://schemas.microsoft.com/office/drawing/2014/main" id="{087FCEB9-EC82-4AB9-B083-B63C8D47BB62}"/>
                </a:ext>
              </a:extLst>
            </p:cNvPr>
            <p:cNvSpPr/>
            <p:nvPr userDrawn="1"/>
          </p:nvSpPr>
          <p:spPr>
            <a:xfrm>
              <a:off x="3766190" y="5257111"/>
              <a:ext cx="302532" cy="302532"/>
            </a:xfrm>
            <a:custGeom>
              <a:avLst/>
              <a:gdLst>
                <a:gd name="connsiteX0" fmla="*/ 151267 w 302532"/>
                <a:gd name="connsiteY0" fmla="*/ 0 h 302532"/>
                <a:gd name="connsiteX1" fmla="*/ 0 w 302532"/>
                <a:gd name="connsiteY1" fmla="*/ 151266 h 302532"/>
                <a:gd name="connsiteX2" fmla="*/ 151267 w 302532"/>
                <a:gd name="connsiteY2" fmla="*/ 302533 h 302532"/>
                <a:gd name="connsiteX3" fmla="*/ 302533 w 302532"/>
                <a:gd name="connsiteY3" fmla="*/ 151266 h 302532"/>
                <a:gd name="connsiteX4" fmla="*/ 151267 w 302532"/>
                <a:gd name="connsiteY4" fmla="*/ 0 h 30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532" h="302532">
                  <a:moveTo>
                    <a:pt x="151267" y="0"/>
                  </a:moveTo>
                  <a:cubicBezTo>
                    <a:pt x="67746" y="0"/>
                    <a:pt x="0" y="67682"/>
                    <a:pt x="0" y="151266"/>
                  </a:cubicBezTo>
                  <a:cubicBezTo>
                    <a:pt x="0" y="234724"/>
                    <a:pt x="67746" y="302533"/>
                    <a:pt x="151267" y="302533"/>
                  </a:cubicBezTo>
                  <a:cubicBezTo>
                    <a:pt x="234788" y="302533"/>
                    <a:pt x="302533" y="234724"/>
                    <a:pt x="302533" y="151266"/>
                  </a:cubicBezTo>
                  <a:cubicBezTo>
                    <a:pt x="302533" y="67682"/>
                    <a:pt x="234788" y="0"/>
                    <a:pt x="151267" y="0"/>
                  </a:cubicBezTo>
                </a:path>
              </a:pathLst>
            </a:custGeom>
            <a:solidFill>
              <a:srgbClr val="7300FE"/>
            </a:solidFill>
            <a:ln w="63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 b="0" i="0" dirty="0">
                <a:latin typeface="Poppins" panose="00000500000000000000" pitchFamily="2" charset="0"/>
              </a:endParaRPr>
            </a:p>
          </p:txBody>
        </p:sp>
      </p:grp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7F7975-CF3B-8968-827A-FE3585F6DB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5244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F693FB72-E028-4EF7-8A3C-D13C517C2890}"/>
              </a:ext>
            </a:extLst>
          </p:cNvPr>
          <p:cNvCxnSpPr>
            <a:cxnSpLocks/>
          </p:cNvCxnSpPr>
          <p:nvPr/>
        </p:nvCxnSpPr>
        <p:spPr>
          <a:xfrm>
            <a:off x="192088" y="5049180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4374317-AC65-4639-A45F-F5CAF7A42635}"/>
              </a:ext>
            </a:extLst>
          </p:cNvPr>
          <p:cNvCxnSpPr>
            <a:cxnSpLocks/>
          </p:cNvCxnSpPr>
          <p:nvPr/>
        </p:nvCxnSpPr>
        <p:spPr>
          <a:xfrm>
            <a:off x="2865712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lipse 49">
            <a:extLst>
              <a:ext uri="{FF2B5EF4-FFF2-40B4-BE49-F238E27FC236}">
                <a16:creationId xmlns:a16="http://schemas.microsoft.com/office/drawing/2014/main" id="{CE23E954-90E1-4287-A4AE-7816A4EC28AA}"/>
              </a:ext>
            </a:extLst>
          </p:cNvPr>
          <p:cNvSpPr/>
          <p:nvPr/>
        </p:nvSpPr>
        <p:spPr>
          <a:xfrm>
            <a:off x="2783632" y="3343364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C92BFB40-5DD2-4874-A249-E1CC0FD0419B}"/>
              </a:ext>
            </a:extLst>
          </p:cNvPr>
          <p:cNvCxnSpPr>
            <a:cxnSpLocks/>
          </p:cNvCxnSpPr>
          <p:nvPr/>
        </p:nvCxnSpPr>
        <p:spPr>
          <a:xfrm>
            <a:off x="5522913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74501631-6DC8-4412-8990-121621FC3C20}"/>
              </a:ext>
            </a:extLst>
          </p:cNvPr>
          <p:cNvCxnSpPr>
            <a:cxnSpLocks/>
            <a:stCxn id="18" idx="1"/>
          </p:cNvCxnSpPr>
          <p:nvPr/>
        </p:nvCxnSpPr>
        <p:spPr>
          <a:xfrm>
            <a:off x="192089" y="3429001"/>
            <a:ext cx="2673414" cy="162017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16AA4217-F4A3-4CA3-A2CD-22F5FFF9177D}"/>
              </a:ext>
            </a:extLst>
          </p:cNvPr>
          <p:cNvCxnSpPr>
            <a:cxnSpLocks/>
          </p:cNvCxnSpPr>
          <p:nvPr/>
        </p:nvCxnSpPr>
        <p:spPr>
          <a:xfrm flipH="1">
            <a:off x="2865503" y="3426142"/>
            <a:ext cx="2652648" cy="162303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lipse 59">
            <a:extLst>
              <a:ext uri="{FF2B5EF4-FFF2-40B4-BE49-F238E27FC236}">
                <a16:creationId xmlns:a16="http://schemas.microsoft.com/office/drawing/2014/main" id="{8A7375BB-8052-49F5-B84E-FC372274DA88}"/>
              </a:ext>
            </a:extLst>
          </p:cNvPr>
          <p:cNvSpPr/>
          <p:nvPr/>
        </p:nvSpPr>
        <p:spPr>
          <a:xfrm>
            <a:off x="2783632" y="4971077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A9CB16D0-2EF1-4EE4-8587-09EC76E61588}"/>
              </a:ext>
            </a:extLst>
          </p:cNvPr>
          <p:cNvCxnSpPr>
            <a:cxnSpLocks/>
          </p:cNvCxnSpPr>
          <p:nvPr/>
        </p:nvCxnSpPr>
        <p:spPr>
          <a:xfrm>
            <a:off x="192088" y="5045413"/>
            <a:ext cx="2680236" cy="162977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CBB41AB4-F572-488C-B192-301A414BF432}"/>
              </a:ext>
            </a:extLst>
          </p:cNvPr>
          <p:cNvCxnSpPr>
            <a:cxnSpLocks/>
          </p:cNvCxnSpPr>
          <p:nvPr/>
        </p:nvCxnSpPr>
        <p:spPr>
          <a:xfrm flipH="1">
            <a:off x="2858891" y="5047615"/>
            <a:ext cx="2672484" cy="1627713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Ellipse 66">
            <a:extLst>
              <a:ext uri="{FF2B5EF4-FFF2-40B4-BE49-F238E27FC236}">
                <a16:creationId xmlns:a16="http://schemas.microsoft.com/office/drawing/2014/main" id="{C61D3334-3937-4D5E-9373-C0C529A73569}"/>
              </a:ext>
            </a:extLst>
          </p:cNvPr>
          <p:cNvSpPr/>
          <p:nvPr/>
        </p:nvSpPr>
        <p:spPr>
          <a:xfrm>
            <a:off x="2783632" y="6591256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0DE90D58-50D3-4056-A28F-C7D244EBB343}"/>
              </a:ext>
            </a:extLst>
          </p:cNvPr>
          <p:cNvCxnSpPr>
            <a:cxnSpLocks/>
          </p:cNvCxnSpPr>
          <p:nvPr/>
        </p:nvCxnSpPr>
        <p:spPr>
          <a:xfrm>
            <a:off x="8193560" y="3426142"/>
            <a:ext cx="0" cy="324294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lipse 68">
            <a:extLst>
              <a:ext uri="{FF2B5EF4-FFF2-40B4-BE49-F238E27FC236}">
                <a16:creationId xmlns:a16="http://schemas.microsoft.com/office/drawing/2014/main" id="{9B073E3D-7826-49BC-91BF-52BB0F2B6C91}"/>
              </a:ext>
            </a:extLst>
          </p:cNvPr>
          <p:cNvSpPr/>
          <p:nvPr/>
        </p:nvSpPr>
        <p:spPr>
          <a:xfrm>
            <a:off x="8111480" y="3343364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09BD4C16-3B99-4DD6-A44C-3C58F7A5F72A}"/>
              </a:ext>
            </a:extLst>
          </p:cNvPr>
          <p:cNvCxnSpPr>
            <a:cxnSpLocks/>
          </p:cNvCxnSpPr>
          <p:nvPr/>
        </p:nvCxnSpPr>
        <p:spPr>
          <a:xfrm>
            <a:off x="5524500" y="3424238"/>
            <a:ext cx="2668851" cy="162494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70ECCB5C-6303-4A48-8459-9572FBB07721}"/>
              </a:ext>
            </a:extLst>
          </p:cNvPr>
          <p:cNvCxnSpPr>
            <a:cxnSpLocks/>
          </p:cNvCxnSpPr>
          <p:nvPr/>
        </p:nvCxnSpPr>
        <p:spPr>
          <a:xfrm flipH="1">
            <a:off x="8193351" y="3426142"/>
            <a:ext cx="2652648" cy="162303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lipse 71">
            <a:extLst>
              <a:ext uri="{FF2B5EF4-FFF2-40B4-BE49-F238E27FC236}">
                <a16:creationId xmlns:a16="http://schemas.microsoft.com/office/drawing/2014/main" id="{304CE241-ADC8-455A-A4BA-BBC38258186C}"/>
              </a:ext>
            </a:extLst>
          </p:cNvPr>
          <p:cNvSpPr/>
          <p:nvPr/>
        </p:nvSpPr>
        <p:spPr>
          <a:xfrm>
            <a:off x="8111480" y="4971077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5C5F27D9-8AE5-494E-B430-2838EC68E350}"/>
              </a:ext>
            </a:extLst>
          </p:cNvPr>
          <p:cNvCxnSpPr>
            <a:cxnSpLocks/>
          </p:cNvCxnSpPr>
          <p:nvPr/>
        </p:nvCxnSpPr>
        <p:spPr>
          <a:xfrm>
            <a:off x="5522976" y="5049180"/>
            <a:ext cx="2677196" cy="162601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9171965F-8D97-4705-89F4-2714AC147209}"/>
              </a:ext>
            </a:extLst>
          </p:cNvPr>
          <p:cNvCxnSpPr>
            <a:cxnSpLocks/>
          </p:cNvCxnSpPr>
          <p:nvPr/>
        </p:nvCxnSpPr>
        <p:spPr>
          <a:xfrm flipH="1">
            <a:off x="8186739" y="5047615"/>
            <a:ext cx="2672484" cy="1627713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lipse 74">
            <a:extLst>
              <a:ext uri="{FF2B5EF4-FFF2-40B4-BE49-F238E27FC236}">
                <a16:creationId xmlns:a16="http://schemas.microsoft.com/office/drawing/2014/main" id="{9D0ED5A3-7D62-4B95-8A81-5B10F6A3C772}"/>
              </a:ext>
            </a:extLst>
          </p:cNvPr>
          <p:cNvSpPr/>
          <p:nvPr/>
        </p:nvSpPr>
        <p:spPr>
          <a:xfrm>
            <a:off x="8111480" y="6591256"/>
            <a:ext cx="163741" cy="16374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677C1B-0B12-5E99-3CC3-0740EC85AA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85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renn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1233112"/>
            <a:ext cx="9650412" cy="1784604"/>
          </a:xfrm>
        </p:spPr>
        <p:txBody>
          <a:bodyPr anchor="t"/>
          <a:lstStyle>
            <a:lvl1pPr marL="450850" indent="-450850">
              <a:tabLst>
                <a:tab pos="450850" algn="l"/>
              </a:tabLst>
              <a:defRPr sz="3800"/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5EA88DC-0D8D-4C9E-8A5B-A62422675307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8AD87BC-5B07-4DB0-8DAE-DA3D9B3F3443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1C0D9DD7-3695-4071-B5E3-FCB6BC390235}"/>
              </a:ext>
            </a:extLst>
          </p:cNvPr>
          <p:cNvCxnSpPr>
            <a:cxnSpLocks/>
            <a:endCxn id="18" idx="3"/>
          </p:cNvCxnSpPr>
          <p:nvPr/>
        </p:nvCxnSpPr>
        <p:spPr>
          <a:xfrm>
            <a:off x="192088" y="3429001"/>
            <a:ext cx="11807825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D7C71B0D-2235-433D-875F-8036848DFEA8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fik 23">
            <a:extLst>
              <a:ext uri="{FF2B5EF4-FFF2-40B4-BE49-F238E27FC236}">
                <a16:creationId xmlns:a16="http://schemas.microsoft.com/office/drawing/2014/main" id="{ECC98065-FF28-44B6-806A-E394C81DB7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B4F0CBD4-9244-4EAC-945A-9D2A68A53B82}"/>
              </a:ext>
            </a:extLst>
          </p:cNvPr>
          <p:cNvSpPr/>
          <p:nvPr/>
        </p:nvSpPr>
        <p:spPr>
          <a:xfrm>
            <a:off x="3860933" y="4203873"/>
            <a:ext cx="1466812" cy="1466876"/>
          </a:xfrm>
          <a:custGeom>
            <a:avLst/>
            <a:gdLst>
              <a:gd name="connsiteX0" fmla="*/ 733406 w 1466812"/>
              <a:gd name="connsiteY0" fmla="*/ 0 h 1466876"/>
              <a:gd name="connsiteX1" fmla="*/ 0 w 1466812"/>
              <a:gd name="connsiteY1" fmla="*/ 733661 h 1466876"/>
              <a:gd name="connsiteX2" fmla="*/ 733406 w 1466812"/>
              <a:gd name="connsiteY2" fmla="*/ 1466876 h 1466876"/>
              <a:gd name="connsiteX3" fmla="*/ 1466813 w 1466812"/>
              <a:gd name="connsiteY3" fmla="*/ 733661 h 1466876"/>
              <a:gd name="connsiteX4" fmla="*/ 733406 w 1466812"/>
              <a:gd name="connsiteY4" fmla="*/ 0 h 146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6812" h="1466876">
                <a:moveTo>
                  <a:pt x="733406" y="0"/>
                </a:moveTo>
                <a:cubicBezTo>
                  <a:pt x="328380" y="0"/>
                  <a:pt x="0" y="328508"/>
                  <a:pt x="0" y="733661"/>
                </a:cubicBezTo>
                <a:cubicBezTo>
                  <a:pt x="0" y="1138813"/>
                  <a:pt x="328380" y="1466876"/>
                  <a:pt x="733406" y="1466876"/>
                </a:cubicBezTo>
                <a:cubicBezTo>
                  <a:pt x="1138432" y="1466876"/>
                  <a:pt x="1466813" y="1138750"/>
                  <a:pt x="1466813" y="733661"/>
                </a:cubicBezTo>
                <a:cubicBezTo>
                  <a:pt x="1466813" y="328508"/>
                  <a:pt x="1138496" y="0"/>
                  <a:pt x="733406" y="0"/>
                </a:cubicBezTo>
              </a:path>
            </a:pathLst>
          </a:custGeom>
          <a:solidFill>
            <a:srgbClr val="7300FE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E6777D42-41CD-4726-9246-3BEA3008EEF5}"/>
              </a:ext>
            </a:extLst>
          </p:cNvPr>
          <p:cNvSpPr/>
          <p:nvPr/>
        </p:nvSpPr>
        <p:spPr>
          <a:xfrm>
            <a:off x="2350110" y="4064410"/>
            <a:ext cx="2703711" cy="1372338"/>
          </a:xfrm>
          <a:custGeom>
            <a:avLst/>
            <a:gdLst>
              <a:gd name="connsiteX0" fmla="*/ 0 w 2703711"/>
              <a:gd name="connsiteY0" fmla="*/ 0 h 1372338"/>
              <a:gd name="connsiteX1" fmla="*/ 2703711 w 2703711"/>
              <a:gd name="connsiteY1" fmla="*/ 0 h 1372338"/>
              <a:gd name="connsiteX2" fmla="*/ 2703711 w 2703711"/>
              <a:gd name="connsiteY2" fmla="*/ 1372338 h 1372338"/>
              <a:gd name="connsiteX3" fmla="*/ 0 w 2703711"/>
              <a:gd name="connsiteY3" fmla="*/ 1372338 h 13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03711" h="1372338">
                <a:moveTo>
                  <a:pt x="0" y="0"/>
                </a:moveTo>
                <a:lnTo>
                  <a:pt x="2703711" y="0"/>
                </a:lnTo>
                <a:lnTo>
                  <a:pt x="2703711" y="1372338"/>
                </a:lnTo>
                <a:lnTo>
                  <a:pt x="0" y="1372338"/>
                </a:lnTo>
                <a:close/>
              </a:path>
            </a:pathLst>
          </a:custGeom>
          <a:noFill/>
          <a:ln w="6359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EED819E-5E2B-4BAF-BB1F-DF2A5BD3C12A}"/>
              </a:ext>
            </a:extLst>
          </p:cNvPr>
          <p:cNvCxnSpPr>
            <a:cxnSpLocks/>
          </p:cNvCxnSpPr>
          <p:nvPr/>
        </p:nvCxnSpPr>
        <p:spPr>
          <a:xfrm>
            <a:off x="1920069" y="4935776"/>
            <a:ext cx="892414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ihandform: Form 31">
            <a:extLst>
              <a:ext uri="{FF2B5EF4-FFF2-40B4-BE49-F238E27FC236}">
                <a16:creationId xmlns:a16="http://schemas.microsoft.com/office/drawing/2014/main" id="{439734A3-C4C9-4B51-8E87-058C2D5D5058}"/>
              </a:ext>
            </a:extLst>
          </p:cNvPr>
          <p:cNvSpPr/>
          <p:nvPr/>
        </p:nvSpPr>
        <p:spPr>
          <a:xfrm>
            <a:off x="4396116" y="4739120"/>
            <a:ext cx="396446" cy="396446"/>
          </a:xfrm>
          <a:custGeom>
            <a:avLst/>
            <a:gdLst>
              <a:gd name="connsiteX0" fmla="*/ 198223 w 396446"/>
              <a:gd name="connsiteY0" fmla="*/ 0 h 396446"/>
              <a:gd name="connsiteX1" fmla="*/ 0 w 396446"/>
              <a:gd name="connsiteY1" fmla="*/ 198223 h 396446"/>
              <a:gd name="connsiteX2" fmla="*/ 198223 w 396446"/>
              <a:gd name="connsiteY2" fmla="*/ 396446 h 396446"/>
              <a:gd name="connsiteX3" fmla="*/ 396446 w 396446"/>
              <a:gd name="connsiteY3" fmla="*/ 198223 h 396446"/>
              <a:gd name="connsiteX4" fmla="*/ 198223 w 396446"/>
              <a:gd name="connsiteY4" fmla="*/ 0 h 396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446" h="396446">
                <a:moveTo>
                  <a:pt x="198223" y="0"/>
                </a:moveTo>
                <a:cubicBezTo>
                  <a:pt x="88721" y="0"/>
                  <a:pt x="0" y="88784"/>
                  <a:pt x="0" y="198223"/>
                </a:cubicBezTo>
                <a:cubicBezTo>
                  <a:pt x="0" y="307789"/>
                  <a:pt x="88721" y="396446"/>
                  <a:pt x="198223" y="396446"/>
                </a:cubicBezTo>
                <a:cubicBezTo>
                  <a:pt x="307662" y="396446"/>
                  <a:pt x="396446" y="307789"/>
                  <a:pt x="396446" y="198223"/>
                </a:cubicBezTo>
                <a:cubicBezTo>
                  <a:pt x="396446" y="88784"/>
                  <a:pt x="307726" y="0"/>
                  <a:pt x="198223" y="0"/>
                </a:cubicBezTo>
              </a:path>
            </a:pathLst>
          </a:custGeom>
          <a:solidFill>
            <a:srgbClr val="8F9EA1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D041E5BA-F163-4A64-A734-BE19F562792B}"/>
              </a:ext>
            </a:extLst>
          </p:cNvPr>
          <p:cNvSpPr/>
          <p:nvPr/>
        </p:nvSpPr>
        <p:spPr>
          <a:xfrm>
            <a:off x="1332016" y="4592884"/>
            <a:ext cx="688919" cy="688982"/>
          </a:xfrm>
          <a:custGeom>
            <a:avLst/>
            <a:gdLst>
              <a:gd name="connsiteX0" fmla="*/ 0 w 688919"/>
              <a:gd name="connsiteY0" fmla="*/ 344523 h 688982"/>
              <a:gd name="connsiteX1" fmla="*/ 344459 w 688919"/>
              <a:gd name="connsiteY1" fmla="*/ 0 h 688982"/>
              <a:gd name="connsiteX2" fmla="*/ 688919 w 688919"/>
              <a:gd name="connsiteY2" fmla="*/ 344523 h 688982"/>
              <a:gd name="connsiteX3" fmla="*/ 344459 w 688919"/>
              <a:gd name="connsiteY3" fmla="*/ 688982 h 688982"/>
              <a:gd name="connsiteX4" fmla="*/ 0 w 688919"/>
              <a:gd name="connsiteY4" fmla="*/ 344523 h 688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919" h="688982">
                <a:moveTo>
                  <a:pt x="0" y="344523"/>
                </a:moveTo>
                <a:cubicBezTo>
                  <a:pt x="0" y="154562"/>
                  <a:pt x="154498" y="0"/>
                  <a:pt x="344459" y="0"/>
                </a:cubicBezTo>
                <a:cubicBezTo>
                  <a:pt x="534421" y="0"/>
                  <a:pt x="688919" y="154562"/>
                  <a:pt x="688919" y="344523"/>
                </a:cubicBezTo>
                <a:cubicBezTo>
                  <a:pt x="688919" y="534421"/>
                  <a:pt x="534357" y="688982"/>
                  <a:pt x="344459" y="688982"/>
                </a:cubicBezTo>
                <a:cubicBezTo>
                  <a:pt x="154498" y="688982"/>
                  <a:pt x="0" y="534484"/>
                  <a:pt x="0" y="344523"/>
                </a:cubicBezTo>
              </a:path>
            </a:pathLst>
          </a:custGeom>
          <a:solidFill>
            <a:srgbClr val="7300FE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61C6BF98-F310-48ED-BB42-4787002F934E}"/>
              </a:ext>
            </a:extLst>
          </p:cNvPr>
          <p:cNvSpPr/>
          <p:nvPr/>
        </p:nvSpPr>
        <p:spPr>
          <a:xfrm>
            <a:off x="929469" y="4011434"/>
            <a:ext cx="1494013" cy="25421"/>
          </a:xfrm>
          <a:custGeom>
            <a:avLst/>
            <a:gdLst>
              <a:gd name="connsiteX0" fmla="*/ 1494014 w 1494013"/>
              <a:gd name="connsiteY0" fmla="*/ 25421 h 25421"/>
              <a:gd name="connsiteX1" fmla="*/ 1394426 w 1494013"/>
              <a:gd name="connsiteY1" fmla="*/ 25421 h 25421"/>
              <a:gd name="connsiteX2" fmla="*/ 1394426 w 1494013"/>
              <a:gd name="connsiteY2" fmla="*/ 0 h 25421"/>
              <a:gd name="connsiteX3" fmla="*/ 1494014 w 1494013"/>
              <a:gd name="connsiteY3" fmla="*/ 0 h 25421"/>
              <a:gd name="connsiteX4" fmla="*/ 1494014 w 1494013"/>
              <a:gd name="connsiteY4" fmla="*/ 25421 h 25421"/>
              <a:gd name="connsiteX5" fmla="*/ 1294774 w 1494013"/>
              <a:gd name="connsiteY5" fmla="*/ 25421 h 25421"/>
              <a:gd name="connsiteX6" fmla="*/ 1195186 w 1494013"/>
              <a:gd name="connsiteY6" fmla="*/ 25421 h 25421"/>
              <a:gd name="connsiteX7" fmla="*/ 1195186 w 1494013"/>
              <a:gd name="connsiteY7" fmla="*/ 0 h 25421"/>
              <a:gd name="connsiteX8" fmla="*/ 1294774 w 1494013"/>
              <a:gd name="connsiteY8" fmla="*/ 0 h 25421"/>
              <a:gd name="connsiteX9" fmla="*/ 1294774 w 1494013"/>
              <a:gd name="connsiteY9" fmla="*/ 25421 h 25421"/>
              <a:gd name="connsiteX10" fmla="*/ 1095597 w 1494013"/>
              <a:gd name="connsiteY10" fmla="*/ 25421 h 25421"/>
              <a:gd name="connsiteX11" fmla="*/ 996009 w 1494013"/>
              <a:gd name="connsiteY11" fmla="*/ 25421 h 25421"/>
              <a:gd name="connsiteX12" fmla="*/ 996009 w 1494013"/>
              <a:gd name="connsiteY12" fmla="*/ 0 h 25421"/>
              <a:gd name="connsiteX13" fmla="*/ 1095597 w 1494013"/>
              <a:gd name="connsiteY13" fmla="*/ 0 h 25421"/>
              <a:gd name="connsiteX14" fmla="*/ 1095597 w 1494013"/>
              <a:gd name="connsiteY14" fmla="*/ 25421 h 25421"/>
              <a:gd name="connsiteX15" fmla="*/ 896421 w 1494013"/>
              <a:gd name="connsiteY15" fmla="*/ 25421 h 25421"/>
              <a:gd name="connsiteX16" fmla="*/ 796833 w 1494013"/>
              <a:gd name="connsiteY16" fmla="*/ 25421 h 25421"/>
              <a:gd name="connsiteX17" fmla="*/ 796833 w 1494013"/>
              <a:gd name="connsiteY17" fmla="*/ 0 h 25421"/>
              <a:gd name="connsiteX18" fmla="*/ 896421 w 1494013"/>
              <a:gd name="connsiteY18" fmla="*/ 0 h 25421"/>
              <a:gd name="connsiteX19" fmla="*/ 896421 w 1494013"/>
              <a:gd name="connsiteY19" fmla="*/ 25421 h 25421"/>
              <a:gd name="connsiteX20" fmla="*/ 697181 w 1494013"/>
              <a:gd name="connsiteY20" fmla="*/ 25421 h 25421"/>
              <a:gd name="connsiteX21" fmla="*/ 597593 w 1494013"/>
              <a:gd name="connsiteY21" fmla="*/ 25421 h 25421"/>
              <a:gd name="connsiteX22" fmla="*/ 597593 w 1494013"/>
              <a:gd name="connsiteY22" fmla="*/ 0 h 25421"/>
              <a:gd name="connsiteX23" fmla="*/ 697181 w 1494013"/>
              <a:gd name="connsiteY23" fmla="*/ 0 h 25421"/>
              <a:gd name="connsiteX24" fmla="*/ 697181 w 1494013"/>
              <a:gd name="connsiteY24" fmla="*/ 25421 h 25421"/>
              <a:gd name="connsiteX25" fmla="*/ 498005 w 1494013"/>
              <a:gd name="connsiteY25" fmla="*/ 25421 h 25421"/>
              <a:gd name="connsiteX26" fmla="*/ 398416 w 1494013"/>
              <a:gd name="connsiteY26" fmla="*/ 25421 h 25421"/>
              <a:gd name="connsiteX27" fmla="*/ 398416 w 1494013"/>
              <a:gd name="connsiteY27" fmla="*/ 0 h 25421"/>
              <a:gd name="connsiteX28" fmla="*/ 498005 w 1494013"/>
              <a:gd name="connsiteY28" fmla="*/ 0 h 25421"/>
              <a:gd name="connsiteX29" fmla="*/ 498005 w 1494013"/>
              <a:gd name="connsiteY29" fmla="*/ 25421 h 25421"/>
              <a:gd name="connsiteX30" fmla="*/ 298765 w 1494013"/>
              <a:gd name="connsiteY30" fmla="*/ 25421 h 25421"/>
              <a:gd name="connsiteX31" fmla="*/ 199176 w 1494013"/>
              <a:gd name="connsiteY31" fmla="*/ 25421 h 25421"/>
              <a:gd name="connsiteX32" fmla="*/ 199176 w 1494013"/>
              <a:gd name="connsiteY32" fmla="*/ 0 h 25421"/>
              <a:gd name="connsiteX33" fmla="*/ 298765 w 1494013"/>
              <a:gd name="connsiteY33" fmla="*/ 0 h 25421"/>
              <a:gd name="connsiteX34" fmla="*/ 298765 w 1494013"/>
              <a:gd name="connsiteY34" fmla="*/ 25421 h 25421"/>
              <a:gd name="connsiteX35" fmla="*/ 99588 w 1494013"/>
              <a:gd name="connsiteY35" fmla="*/ 25421 h 25421"/>
              <a:gd name="connsiteX36" fmla="*/ 0 w 1494013"/>
              <a:gd name="connsiteY36" fmla="*/ 25421 h 25421"/>
              <a:gd name="connsiteX37" fmla="*/ 0 w 1494013"/>
              <a:gd name="connsiteY37" fmla="*/ 0 h 25421"/>
              <a:gd name="connsiteX38" fmla="*/ 99588 w 1494013"/>
              <a:gd name="connsiteY38" fmla="*/ 0 h 25421"/>
              <a:gd name="connsiteX39" fmla="*/ 99588 w 1494013"/>
              <a:gd name="connsiteY39" fmla="*/ 25421 h 2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94013" h="25421">
                <a:moveTo>
                  <a:pt x="1494014" y="25421"/>
                </a:moveTo>
                <a:lnTo>
                  <a:pt x="1394426" y="25421"/>
                </a:lnTo>
                <a:lnTo>
                  <a:pt x="1394426" y="0"/>
                </a:lnTo>
                <a:lnTo>
                  <a:pt x="1494014" y="0"/>
                </a:lnTo>
                <a:lnTo>
                  <a:pt x="1494014" y="25421"/>
                </a:lnTo>
                <a:close/>
                <a:moveTo>
                  <a:pt x="1294774" y="25421"/>
                </a:moveTo>
                <a:lnTo>
                  <a:pt x="1195186" y="25421"/>
                </a:lnTo>
                <a:lnTo>
                  <a:pt x="1195186" y="0"/>
                </a:lnTo>
                <a:lnTo>
                  <a:pt x="1294774" y="0"/>
                </a:lnTo>
                <a:lnTo>
                  <a:pt x="1294774" y="25421"/>
                </a:lnTo>
                <a:close/>
                <a:moveTo>
                  <a:pt x="1095597" y="25421"/>
                </a:moveTo>
                <a:lnTo>
                  <a:pt x="996009" y="25421"/>
                </a:lnTo>
                <a:lnTo>
                  <a:pt x="996009" y="0"/>
                </a:lnTo>
                <a:lnTo>
                  <a:pt x="1095597" y="0"/>
                </a:lnTo>
                <a:lnTo>
                  <a:pt x="1095597" y="25421"/>
                </a:lnTo>
                <a:close/>
                <a:moveTo>
                  <a:pt x="896421" y="25421"/>
                </a:moveTo>
                <a:lnTo>
                  <a:pt x="796833" y="25421"/>
                </a:lnTo>
                <a:lnTo>
                  <a:pt x="796833" y="0"/>
                </a:lnTo>
                <a:lnTo>
                  <a:pt x="896421" y="0"/>
                </a:lnTo>
                <a:lnTo>
                  <a:pt x="896421" y="25421"/>
                </a:lnTo>
                <a:close/>
                <a:moveTo>
                  <a:pt x="697181" y="25421"/>
                </a:moveTo>
                <a:lnTo>
                  <a:pt x="597593" y="25421"/>
                </a:lnTo>
                <a:lnTo>
                  <a:pt x="597593" y="0"/>
                </a:lnTo>
                <a:lnTo>
                  <a:pt x="697181" y="0"/>
                </a:lnTo>
                <a:lnTo>
                  <a:pt x="697181" y="25421"/>
                </a:lnTo>
                <a:close/>
                <a:moveTo>
                  <a:pt x="498005" y="25421"/>
                </a:moveTo>
                <a:lnTo>
                  <a:pt x="398416" y="25421"/>
                </a:lnTo>
                <a:lnTo>
                  <a:pt x="398416" y="0"/>
                </a:lnTo>
                <a:lnTo>
                  <a:pt x="498005" y="0"/>
                </a:lnTo>
                <a:lnTo>
                  <a:pt x="498005" y="25421"/>
                </a:lnTo>
                <a:close/>
                <a:moveTo>
                  <a:pt x="298765" y="25421"/>
                </a:moveTo>
                <a:lnTo>
                  <a:pt x="199176" y="25421"/>
                </a:lnTo>
                <a:lnTo>
                  <a:pt x="199176" y="0"/>
                </a:lnTo>
                <a:lnTo>
                  <a:pt x="298765" y="0"/>
                </a:lnTo>
                <a:lnTo>
                  <a:pt x="298765" y="25421"/>
                </a:lnTo>
                <a:close/>
                <a:moveTo>
                  <a:pt x="99588" y="25421"/>
                </a:moveTo>
                <a:lnTo>
                  <a:pt x="0" y="25421"/>
                </a:lnTo>
                <a:lnTo>
                  <a:pt x="0" y="0"/>
                </a:lnTo>
                <a:lnTo>
                  <a:pt x="99588" y="0"/>
                </a:lnTo>
                <a:lnTo>
                  <a:pt x="99588" y="25421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3DBCF657-DEE8-4A99-9185-31123FA105E8}"/>
              </a:ext>
            </a:extLst>
          </p:cNvPr>
          <p:cNvSpPr/>
          <p:nvPr/>
        </p:nvSpPr>
        <p:spPr>
          <a:xfrm>
            <a:off x="767408" y="4176355"/>
            <a:ext cx="25421" cy="1522040"/>
          </a:xfrm>
          <a:custGeom>
            <a:avLst/>
            <a:gdLst>
              <a:gd name="connsiteX0" fmla="*/ 25421 w 25421"/>
              <a:gd name="connsiteY0" fmla="*/ 1522040 h 1522040"/>
              <a:gd name="connsiteX1" fmla="*/ 0 w 25421"/>
              <a:gd name="connsiteY1" fmla="*/ 1522040 h 1522040"/>
              <a:gd name="connsiteX2" fmla="*/ 0 w 25421"/>
              <a:gd name="connsiteY2" fmla="*/ 1420546 h 1522040"/>
              <a:gd name="connsiteX3" fmla="*/ 25421 w 25421"/>
              <a:gd name="connsiteY3" fmla="*/ 1420546 h 1522040"/>
              <a:gd name="connsiteX4" fmla="*/ 25421 w 25421"/>
              <a:gd name="connsiteY4" fmla="*/ 1522040 h 1522040"/>
              <a:gd name="connsiteX5" fmla="*/ 25421 w 25421"/>
              <a:gd name="connsiteY5" fmla="*/ 1319114 h 1522040"/>
              <a:gd name="connsiteX6" fmla="*/ 0 w 25421"/>
              <a:gd name="connsiteY6" fmla="*/ 1319114 h 1522040"/>
              <a:gd name="connsiteX7" fmla="*/ 0 w 25421"/>
              <a:gd name="connsiteY7" fmla="*/ 1217620 h 1522040"/>
              <a:gd name="connsiteX8" fmla="*/ 25421 w 25421"/>
              <a:gd name="connsiteY8" fmla="*/ 1217620 h 1522040"/>
              <a:gd name="connsiteX9" fmla="*/ 25421 w 25421"/>
              <a:gd name="connsiteY9" fmla="*/ 1319114 h 1522040"/>
              <a:gd name="connsiteX10" fmla="*/ 25421 w 25421"/>
              <a:gd name="connsiteY10" fmla="*/ 1116188 h 1522040"/>
              <a:gd name="connsiteX11" fmla="*/ 0 w 25421"/>
              <a:gd name="connsiteY11" fmla="*/ 1116188 h 1522040"/>
              <a:gd name="connsiteX12" fmla="*/ 0 w 25421"/>
              <a:gd name="connsiteY12" fmla="*/ 1014694 h 1522040"/>
              <a:gd name="connsiteX13" fmla="*/ 25421 w 25421"/>
              <a:gd name="connsiteY13" fmla="*/ 1014694 h 1522040"/>
              <a:gd name="connsiteX14" fmla="*/ 25421 w 25421"/>
              <a:gd name="connsiteY14" fmla="*/ 1116188 h 1522040"/>
              <a:gd name="connsiteX15" fmla="*/ 25421 w 25421"/>
              <a:gd name="connsiteY15" fmla="*/ 913199 h 1522040"/>
              <a:gd name="connsiteX16" fmla="*/ 0 w 25421"/>
              <a:gd name="connsiteY16" fmla="*/ 913199 h 1522040"/>
              <a:gd name="connsiteX17" fmla="*/ 0 w 25421"/>
              <a:gd name="connsiteY17" fmla="*/ 811704 h 1522040"/>
              <a:gd name="connsiteX18" fmla="*/ 25421 w 25421"/>
              <a:gd name="connsiteY18" fmla="*/ 811704 h 1522040"/>
              <a:gd name="connsiteX19" fmla="*/ 25421 w 25421"/>
              <a:gd name="connsiteY19" fmla="*/ 913199 h 1522040"/>
              <a:gd name="connsiteX20" fmla="*/ 25421 w 25421"/>
              <a:gd name="connsiteY20" fmla="*/ 710273 h 1522040"/>
              <a:gd name="connsiteX21" fmla="*/ 0 w 25421"/>
              <a:gd name="connsiteY21" fmla="*/ 710273 h 1522040"/>
              <a:gd name="connsiteX22" fmla="*/ 0 w 25421"/>
              <a:gd name="connsiteY22" fmla="*/ 608778 h 1522040"/>
              <a:gd name="connsiteX23" fmla="*/ 25421 w 25421"/>
              <a:gd name="connsiteY23" fmla="*/ 608778 h 1522040"/>
              <a:gd name="connsiteX24" fmla="*/ 25421 w 25421"/>
              <a:gd name="connsiteY24" fmla="*/ 710273 h 1522040"/>
              <a:gd name="connsiteX25" fmla="*/ 25421 w 25421"/>
              <a:gd name="connsiteY25" fmla="*/ 507347 h 1522040"/>
              <a:gd name="connsiteX26" fmla="*/ 0 w 25421"/>
              <a:gd name="connsiteY26" fmla="*/ 507347 h 1522040"/>
              <a:gd name="connsiteX27" fmla="*/ 0 w 25421"/>
              <a:gd name="connsiteY27" fmla="*/ 405852 h 1522040"/>
              <a:gd name="connsiteX28" fmla="*/ 25421 w 25421"/>
              <a:gd name="connsiteY28" fmla="*/ 405852 h 1522040"/>
              <a:gd name="connsiteX29" fmla="*/ 25421 w 25421"/>
              <a:gd name="connsiteY29" fmla="*/ 507347 h 1522040"/>
              <a:gd name="connsiteX30" fmla="*/ 25421 w 25421"/>
              <a:gd name="connsiteY30" fmla="*/ 304421 h 1522040"/>
              <a:gd name="connsiteX31" fmla="*/ 0 w 25421"/>
              <a:gd name="connsiteY31" fmla="*/ 304421 h 1522040"/>
              <a:gd name="connsiteX32" fmla="*/ 0 w 25421"/>
              <a:gd name="connsiteY32" fmla="*/ 202926 h 1522040"/>
              <a:gd name="connsiteX33" fmla="*/ 25421 w 25421"/>
              <a:gd name="connsiteY33" fmla="*/ 202926 h 1522040"/>
              <a:gd name="connsiteX34" fmla="*/ 25421 w 25421"/>
              <a:gd name="connsiteY34" fmla="*/ 304421 h 1522040"/>
              <a:gd name="connsiteX35" fmla="*/ 25421 w 25421"/>
              <a:gd name="connsiteY35" fmla="*/ 101495 h 1522040"/>
              <a:gd name="connsiteX36" fmla="*/ 0 w 25421"/>
              <a:gd name="connsiteY36" fmla="*/ 101495 h 1522040"/>
              <a:gd name="connsiteX37" fmla="*/ 0 w 25421"/>
              <a:gd name="connsiteY37" fmla="*/ 0 h 1522040"/>
              <a:gd name="connsiteX38" fmla="*/ 25421 w 25421"/>
              <a:gd name="connsiteY38" fmla="*/ 0 h 1522040"/>
              <a:gd name="connsiteX39" fmla="*/ 25421 w 25421"/>
              <a:gd name="connsiteY39" fmla="*/ 101495 h 15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5421" h="1522040">
                <a:moveTo>
                  <a:pt x="25421" y="1522040"/>
                </a:moveTo>
                <a:lnTo>
                  <a:pt x="0" y="1522040"/>
                </a:lnTo>
                <a:lnTo>
                  <a:pt x="0" y="1420546"/>
                </a:lnTo>
                <a:lnTo>
                  <a:pt x="25421" y="1420546"/>
                </a:lnTo>
                <a:lnTo>
                  <a:pt x="25421" y="1522040"/>
                </a:lnTo>
                <a:close/>
                <a:moveTo>
                  <a:pt x="25421" y="1319114"/>
                </a:moveTo>
                <a:lnTo>
                  <a:pt x="0" y="1319114"/>
                </a:lnTo>
                <a:lnTo>
                  <a:pt x="0" y="1217620"/>
                </a:lnTo>
                <a:lnTo>
                  <a:pt x="25421" y="1217620"/>
                </a:lnTo>
                <a:lnTo>
                  <a:pt x="25421" y="1319114"/>
                </a:lnTo>
                <a:close/>
                <a:moveTo>
                  <a:pt x="25421" y="1116188"/>
                </a:moveTo>
                <a:lnTo>
                  <a:pt x="0" y="1116188"/>
                </a:lnTo>
                <a:lnTo>
                  <a:pt x="0" y="1014694"/>
                </a:lnTo>
                <a:lnTo>
                  <a:pt x="25421" y="1014694"/>
                </a:lnTo>
                <a:lnTo>
                  <a:pt x="25421" y="1116188"/>
                </a:lnTo>
                <a:close/>
                <a:moveTo>
                  <a:pt x="25421" y="913199"/>
                </a:moveTo>
                <a:lnTo>
                  <a:pt x="0" y="913199"/>
                </a:lnTo>
                <a:lnTo>
                  <a:pt x="0" y="811704"/>
                </a:lnTo>
                <a:lnTo>
                  <a:pt x="25421" y="811704"/>
                </a:lnTo>
                <a:lnTo>
                  <a:pt x="25421" y="913199"/>
                </a:lnTo>
                <a:close/>
                <a:moveTo>
                  <a:pt x="25421" y="710273"/>
                </a:moveTo>
                <a:lnTo>
                  <a:pt x="0" y="710273"/>
                </a:lnTo>
                <a:lnTo>
                  <a:pt x="0" y="608778"/>
                </a:lnTo>
                <a:lnTo>
                  <a:pt x="25421" y="608778"/>
                </a:lnTo>
                <a:lnTo>
                  <a:pt x="25421" y="710273"/>
                </a:lnTo>
                <a:close/>
                <a:moveTo>
                  <a:pt x="25421" y="507347"/>
                </a:moveTo>
                <a:lnTo>
                  <a:pt x="0" y="507347"/>
                </a:lnTo>
                <a:lnTo>
                  <a:pt x="0" y="405852"/>
                </a:lnTo>
                <a:lnTo>
                  <a:pt x="25421" y="405852"/>
                </a:lnTo>
                <a:lnTo>
                  <a:pt x="25421" y="507347"/>
                </a:lnTo>
                <a:close/>
                <a:moveTo>
                  <a:pt x="25421" y="304421"/>
                </a:moveTo>
                <a:lnTo>
                  <a:pt x="0" y="304421"/>
                </a:lnTo>
                <a:lnTo>
                  <a:pt x="0" y="202926"/>
                </a:lnTo>
                <a:lnTo>
                  <a:pt x="25421" y="202926"/>
                </a:lnTo>
                <a:lnTo>
                  <a:pt x="25421" y="304421"/>
                </a:lnTo>
                <a:close/>
                <a:moveTo>
                  <a:pt x="25421" y="101495"/>
                </a:moveTo>
                <a:lnTo>
                  <a:pt x="0" y="101495"/>
                </a:lnTo>
                <a:lnTo>
                  <a:pt x="0" y="0"/>
                </a:lnTo>
                <a:lnTo>
                  <a:pt x="25421" y="0"/>
                </a:lnTo>
                <a:lnTo>
                  <a:pt x="25421" y="101495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6" name="Freihandform: Form 35">
            <a:extLst>
              <a:ext uri="{FF2B5EF4-FFF2-40B4-BE49-F238E27FC236}">
                <a16:creationId xmlns:a16="http://schemas.microsoft.com/office/drawing/2014/main" id="{17B3F24A-8DC0-4101-A046-78D77361B596}"/>
              </a:ext>
            </a:extLst>
          </p:cNvPr>
          <p:cNvSpPr/>
          <p:nvPr/>
        </p:nvSpPr>
        <p:spPr>
          <a:xfrm>
            <a:off x="929532" y="5837895"/>
            <a:ext cx="1494013" cy="25421"/>
          </a:xfrm>
          <a:custGeom>
            <a:avLst/>
            <a:gdLst>
              <a:gd name="connsiteX0" fmla="*/ 1494014 w 1494013"/>
              <a:gd name="connsiteY0" fmla="*/ 25421 h 25421"/>
              <a:gd name="connsiteX1" fmla="*/ 1394425 w 1494013"/>
              <a:gd name="connsiteY1" fmla="*/ 25421 h 25421"/>
              <a:gd name="connsiteX2" fmla="*/ 1394425 w 1494013"/>
              <a:gd name="connsiteY2" fmla="*/ 0 h 25421"/>
              <a:gd name="connsiteX3" fmla="*/ 1494014 w 1494013"/>
              <a:gd name="connsiteY3" fmla="*/ 0 h 25421"/>
              <a:gd name="connsiteX4" fmla="*/ 1494014 w 1494013"/>
              <a:gd name="connsiteY4" fmla="*/ 25421 h 25421"/>
              <a:gd name="connsiteX5" fmla="*/ 1294774 w 1494013"/>
              <a:gd name="connsiteY5" fmla="*/ 25421 h 25421"/>
              <a:gd name="connsiteX6" fmla="*/ 1195186 w 1494013"/>
              <a:gd name="connsiteY6" fmla="*/ 25421 h 25421"/>
              <a:gd name="connsiteX7" fmla="*/ 1195186 w 1494013"/>
              <a:gd name="connsiteY7" fmla="*/ 0 h 25421"/>
              <a:gd name="connsiteX8" fmla="*/ 1294774 w 1494013"/>
              <a:gd name="connsiteY8" fmla="*/ 0 h 25421"/>
              <a:gd name="connsiteX9" fmla="*/ 1294774 w 1494013"/>
              <a:gd name="connsiteY9" fmla="*/ 25421 h 25421"/>
              <a:gd name="connsiteX10" fmla="*/ 1095597 w 1494013"/>
              <a:gd name="connsiteY10" fmla="*/ 25421 h 25421"/>
              <a:gd name="connsiteX11" fmla="*/ 996009 w 1494013"/>
              <a:gd name="connsiteY11" fmla="*/ 25421 h 25421"/>
              <a:gd name="connsiteX12" fmla="*/ 996009 w 1494013"/>
              <a:gd name="connsiteY12" fmla="*/ 0 h 25421"/>
              <a:gd name="connsiteX13" fmla="*/ 1095597 w 1494013"/>
              <a:gd name="connsiteY13" fmla="*/ 0 h 25421"/>
              <a:gd name="connsiteX14" fmla="*/ 1095597 w 1494013"/>
              <a:gd name="connsiteY14" fmla="*/ 25421 h 25421"/>
              <a:gd name="connsiteX15" fmla="*/ 896421 w 1494013"/>
              <a:gd name="connsiteY15" fmla="*/ 25421 h 25421"/>
              <a:gd name="connsiteX16" fmla="*/ 796833 w 1494013"/>
              <a:gd name="connsiteY16" fmla="*/ 25421 h 25421"/>
              <a:gd name="connsiteX17" fmla="*/ 796833 w 1494013"/>
              <a:gd name="connsiteY17" fmla="*/ 0 h 25421"/>
              <a:gd name="connsiteX18" fmla="*/ 896421 w 1494013"/>
              <a:gd name="connsiteY18" fmla="*/ 0 h 25421"/>
              <a:gd name="connsiteX19" fmla="*/ 896421 w 1494013"/>
              <a:gd name="connsiteY19" fmla="*/ 25421 h 25421"/>
              <a:gd name="connsiteX20" fmla="*/ 697181 w 1494013"/>
              <a:gd name="connsiteY20" fmla="*/ 25421 h 25421"/>
              <a:gd name="connsiteX21" fmla="*/ 597593 w 1494013"/>
              <a:gd name="connsiteY21" fmla="*/ 25421 h 25421"/>
              <a:gd name="connsiteX22" fmla="*/ 597593 w 1494013"/>
              <a:gd name="connsiteY22" fmla="*/ 0 h 25421"/>
              <a:gd name="connsiteX23" fmla="*/ 697181 w 1494013"/>
              <a:gd name="connsiteY23" fmla="*/ 0 h 25421"/>
              <a:gd name="connsiteX24" fmla="*/ 697181 w 1494013"/>
              <a:gd name="connsiteY24" fmla="*/ 25421 h 25421"/>
              <a:gd name="connsiteX25" fmla="*/ 498005 w 1494013"/>
              <a:gd name="connsiteY25" fmla="*/ 25421 h 25421"/>
              <a:gd name="connsiteX26" fmla="*/ 398416 w 1494013"/>
              <a:gd name="connsiteY26" fmla="*/ 25421 h 25421"/>
              <a:gd name="connsiteX27" fmla="*/ 398416 w 1494013"/>
              <a:gd name="connsiteY27" fmla="*/ 0 h 25421"/>
              <a:gd name="connsiteX28" fmla="*/ 498005 w 1494013"/>
              <a:gd name="connsiteY28" fmla="*/ 0 h 25421"/>
              <a:gd name="connsiteX29" fmla="*/ 498005 w 1494013"/>
              <a:gd name="connsiteY29" fmla="*/ 25421 h 25421"/>
              <a:gd name="connsiteX30" fmla="*/ 298765 w 1494013"/>
              <a:gd name="connsiteY30" fmla="*/ 25421 h 25421"/>
              <a:gd name="connsiteX31" fmla="*/ 199176 w 1494013"/>
              <a:gd name="connsiteY31" fmla="*/ 25421 h 25421"/>
              <a:gd name="connsiteX32" fmla="*/ 199176 w 1494013"/>
              <a:gd name="connsiteY32" fmla="*/ 0 h 25421"/>
              <a:gd name="connsiteX33" fmla="*/ 298765 w 1494013"/>
              <a:gd name="connsiteY33" fmla="*/ 0 h 25421"/>
              <a:gd name="connsiteX34" fmla="*/ 298765 w 1494013"/>
              <a:gd name="connsiteY34" fmla="*/ 25421 h 25421"/>
              <a:gd name="connsiteX35" fmla="*/ 99588 w 1494013"/>
              <a:gd name="connsiteY35" fmla="*/ 25421 h 25421"/>
              <a:gd name="connsiteX36" fmla="*/ 0 w 1494013"/>
              <a:gd name="connsiteY36" fmla="*/ 25421 h 25421"/>
              <a:gd name="connsiteX37" fmla="*/ 0 w 1494013"/>
              <a:gd name="connsiteY37" fmla="*/ 0 h 25421"/>
              <a:gd name="connsiteX38" fmla="*/ 99588 w 1494013"/>
              <a:gd name="connsiteY38" fmla="*/ 0 h 25421"/>
              <a:gd name="connsiteX39" fmla="*/ 99588 w 1494013"/>
              <a:gd name="connsiteY39" fmla="*/ 25421 h 2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94013" h="25421">
                <a:moveTo>
                  <a:pt x="1494014" y="25421"/>
                </a:moveTo>
                <a:lnTo>
                  <a:pt x="1394425" y="25421"/>
                </a:lnTo>
                <a:lnTo>
                  <a:pt x="1394425" y="0"/>
                </a:lnTo>
                <a:lnTo>
                  <a:pt x="1494014" y="0"/>
                </a:lnTo>
                <a:lnTo>
                  <a:pt x="1494014" y="25421"/>
                </a:lnTo>
                <a:close/>
                <a:moveTo>
                  <a:pt x="1294774" y="25421"/>
                </a:moveTo>
                <a:lnTo>
                  <a:pt x="1195186" y="25421"/>
                </a:lnTo>
                <a:lnTo>
                  <a:pt x="1195186" y="0"/>
                </a:lnTo>
                <a:lnTo>
                  <a:pt x="1294774" y="0"/>
                </a:lnTo>
                <a:lnTo>
                  <a:pt x="1294774" y="25421"/>
                </a:lnTo>
                <a:close/>
                <a:moveTo>
                  <a:pt x="1095597" y="25421"/>
                </a:moveTo>
                <a:lnTo>
                  <a:pt x="996009" y="25421"/>
                </a:lnTo>
                <a:lnTo>
                  <a:pt x="996009" y="0"/>
                </a:lnTo>
                <a:lnTo>
                  <a:pt x="1095597" y="0"/>
                </a:lnTo>
                <a:lnTo>
                  <a:pt x="1095597" y="25421"/>
                </a:lnTo>
                <a:close/>
                <a:moveTo>
                  <a:pt x="896421" y="25421"/>
                </a:moveTo>
                <a:lnTo>
                  <a:pt x="796833" y="25421"/>
                </a:lnTo>
                <a:lnTo>
                  <a:pt x="796833" y="0"/>
                </a:lnTo>
                <a:lnTo>
                  <a:pt x="896421" y="0"/>
                </a:lnTo>
                <a:lnTo>
                  <a:pt x="896421" y="25421"/>
                </a:lnTo>
                <a:close/>
                <a:moveTo>
                  <a:pt x="697181" y="25421"/>
                </a:moveTo>
                <a:lnTo>
                  <a:pt x="597593" y="25421"/>
                </a:lnTo>
                <a:lnTo>
                  <a:pt x="597593" y="0"/>
                </a:lnTo>
                <a:lnTo>
                  <a:pt x="697181" y="0"/>
                </a:lnTo>
                <a:lnTo>
                  <a:pt x="697181" y="25421"/>
                </a:lnTo>
                <a:close/>
                <a:moveTo>
                  <a:pt x="498005" y="25421"/>
                </a:moveTo>
                <a:lnTo>
                  <a:pt x="398416" y="25421"/>
                </a:lnTo>
                <a:lnTo>
                  <a:pt x="398416" y="0"/>
                </a:lnTo>
                <a:lnTo>
                  <a:pt x="498005" y="0"/>
                </a:lnTo>
                <a:lnTo>
                  <a:pt x="498005" y="25421"/>
                </a:lnTo>
                <a:close/>
                <a:moveTo>
                  <a:pt x="298765" y="25421"/>
                </a:moveTo>
                <a:lnTo>
                  <a:pt x="199176" y="25421"/>
                </a:lnTo>
                <a:lnTo>
                  <a:pt x="199176" y="0"/>
                </a:lnTo>
                <a:lnTo>
                  <a:pt x="298765" y="0"/>
                </a:lnTo>
                <a:lnTo>
                  <a:pt x="298765" y="25421"/>
                </a:lnTo>
                <a:close/>
                <a:moveTo>
                  <a:pt x="99588" y="25421"/>
                </a:moveTo>
                <a:lnTo>
                  <a:pt x="0" y="25421"/>
                </a:lnTo>
                <a:lnTo>
                  <a:pt x="0" y="0"/>
                </a:lnTo>
                <a:lnTo>
                  <a:pt x="99588" y="0"/>
                </a:lnTo>
                <a:lnTo>
                  <a:pt x="99588" y="25421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7E0BEF0B-1118-4BD4-8B04-E3532EEF2EEF}"/>
              </a:ext>
            </a:extLst>
          </p:cNvPr>
          <p:cNvSpPr/>
          <p:nvPr/>
        </p:nvSpPr>
        <p:spPr>
          <a:xfrm>
            <a:off x="2560186" y="4176418"/>
            <a:ext cx="25421" cy="1522040"/>
          </a:xfrm>
          <a:custGeom>
            <a:avLst/>
            <a:gdLst>
              <a:gd name="connsiteX0" fmla="*/ 25421 w 25421"/>
              <a:gd name="connsiteY0" fmla="*/ 1522041 h 1522040"/>
              <a:gd name="connsiteX1" fmla="*/ 0 w 25421"/>
              <a:gd name="connsiteY1" fmla="*/ 1522041 h 1522040"/>
              <a:gd name="connsiteX2" fmla="*/ 0 w 25421"/>
              <a:gd name="connsiteY2" fmla="*/ 1420546 h 1522040"/>
              <a:gd name="connsiteX3" fmla="*/ 25421 w 25421"/>
              <a:gd name="connsiteY3" fmla="*/ 1420546 h 1522040"/>
              <a:gd name="connsiteX4" fmla="*/ 25421 w 25421"/>
              <a:gd name="connsiteY4" fmla="*/ 1522041 h 1522040"/>
              <a:gd name="connsiteX5" fmla="*/ 25421 w 25421"/>
              <a:gd name="connsiteY5" fmla="*/ 1319051 h 1522040"/>
              <a:gd name="connsiteX6" fmla="*/ 0 w 25421"/>
              <a:gd name="connsiteY6" fmla="*/ 1319051 h 1522040"/>
              <a:gd name="connsiteX7" fmla="*/ 0 w 25421"/>
              <a:gd name="connsiteY7" fmla="*/ 1217556 h 1522040"/>
              <a:gd name="connsiteX8" fmla="*/ 25421 w 25421"/>
              <a:gd name="connsiteY8" fmla="*/ 1217556 h 1522040"/>
              <a:gd name="connsiteX9" fmla="*/ 25421 w 25421"/>
              <a:gd name="connsiteY9" fmla="*/ 1319051 h 1522040"/>
              <a:gd name="connsiteX10" fmla="*/ 25421 w 25421"/>
              <a:gd name="connsiteY10" fmla="*/ 1116125 h 1522040"/>
              <a:gd name="connsiteX11" fmla="*/ 0 w 25421"/>
              <a:gd name="connsiteY11" fmla="*/ 1116125 h 1522040"/>
              <a:gd name="connsiteX12" fmla="*/ 0 w 25421"/>
              <a:gd name="connsiteY12" fmla="*/ 1014630 h 1522040"/>
              <a:gd name="connsiteX13" fmla="*/ 25421 w 25421"/>
              <a:gd name="connsiteY13" fmla="*/ 1014630 h 1522040"/>
              <a:gd name="connsiteX14" fmla="*/ 25421 w 25421"/>
              <a:gd name="connsiteY14" fmla="*/ 1116125 h 1522040"/>
              <a:gd name="connsiteX15" fmla="*/ 25421 w 25421"/>
              <a:gd name="connsiteY15" fmla="*/ 913199 h 1522040"/>
              <a:gd name="connsiteX16" fmla="*/ 0 w 25421"/>
              <a:gd name="connsiteY16" fmla="*/ 913199 h 1522040"/>
              <a:gd name="connsiteX17" fmla="*/ 0 w 25421"/>
              <a:gd name="connsiteY17" fmla="*/ 811704 h 1522040"/>
              <a:gd name="connsiteX18" fmla="*/ 25421 w 25421"/>
              <a:gd name="connsiteY18" fmla="*/ 811704 h 1522040"/>
              <a:gd name="connsiteX19" fmla="*/ 25421 w 25421"/>
              <a:gd name="connsiteY19" fmla="*/ 913199 h 1522040"/>
              <a:gd name="connsiteX20" fmla="*/ 25421 w 25421"/>
              <a:gd name="connsiteY20" fmla="*/ 710273 h 1522040"/>
              <a:gd name="connsiteX21" fmla="*/ 0 w 25421"/>
              <a:gd name="connsiteY21" fmla="*/ 710273 h 1522040"/>
              <a:gd name="connsiteX22" fmla="*/ 0 w 25421"/>
              <a:gd name="connsiteY22" fmla="*/ 608778 h 1522040"/>
              <a:gd name="connsiteX23" fmla="*/ 25421 w 25421"/>
              <a:gd name="connsiteY23" fmla="*/ 608778 h 1522040"/>
              <a:gd name="connsiteX24" fmla="*/ 25421 w 25421"/>
              <a:gd name="connsiteY24" fmla="*/ 710273 h 1522040"/>
              <a:gd name="connsiteX25" fmla="*/ 25421 w 25421"/>
              <a:gd name="connsiteY25" fmla="*/ 507347 h 1522040"/>
              <a:gd name="connsiteX26" fmla="*/ 0 w 25421"/>
              <a:gd name="connsiteY26" fmla="*/ 507347 h 1522040"/>
              <a:gd name="connsiteX27" fmla="*/ 0 w 25421"/>
              <a:gd name="connsiteY27" fmla="*/ 405852 h 1522040"/>
              <a:gd name="connsiteX28" fmla="*/ 25421 w 25421"/>
              <a:gd name="connsiteY28" fmla="*/ 405852 h 1522040"/>
              <a:gd name="connsiteX29" fmla="*/ 25421 w 25421"/>
              <a:gd name="connsiteY29" fmla="*/ 507347 h 1522040"/>
              <a:gd name="connsiteX30" fmla="*/ 25421 w 25421"/>
              <a:gd name="connsiteY30" fmla="*/ 304357 h 1522040"/>
              <a:gd name="connsiteX31" fmla="*/ 0 w 25421"/>
              <a:gd name="connsiteY31" fmla="*/ 304357 h 1522040"/>
              <a:gd name="connsiteX32" fmla="*/ 0 w 25421"/>
              <a:gd name="connsiteY32" fmla="*/ 202926 h 1522040"/>
              <a:gd name="connsiteX33" fmla="*/ 25421 w 25421"/>
              <a:gd name="connsiteY33" fmla="*/ 202926 h 1522040"/>
              <a:gd name="connsiteX34" fmla="*/ 25421 w 25421"/>
              <a:gd name="connsiteY34" fmla="*/ 304357 h 1522040"/>
              <a:gd name="connsiteX35" fmla="*/ 25421 w 25421"/>
              <a:gd name="connsiteY35" fmla="*/ 101431 h 1522040"/>
              <a:gd name="connsiteX36" fmla="*/ 0 w 25421"/>
              <a:gd name="connsiteY36" fmla="*/ 101431 h 1522040"/>
              <a:gd name="connsiteX37" fmla="*/ 0 w 25421"/>
              <a:gd name="connsiteY37" fmla="*/ 0 h 1522040"/>
              <a:gd name="connsiteX38" fmla="*/ 25421 w 25421"/>
              <a:gd name="connsiteY38" fmla="*/ 0 h 1522040"/>
              <a:gd name="connsiteX39" fmla="*/ 25421 w 25421"/>
              <a:gd name="connsiteY39" fmla="*/ 101431 h 15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25421" h="1522040">
                <a:moveTo>
                  <a:pt x="25421" y="1522041"/>
                </a:moveTo>
                <a:lnTo>
                  <a:pt x="0" y="1522041"/>
                </a:lnTo>
                <a:lnTo>
                  <a:pt x="0" y="1420546"/>
                </a:lnTo>
                <a:lnTo>
                  <a:pt x="25421" y="1420546"/>
                </a:lnTo>
                <a:lnTo>
                  <a:pt x="25421" y="1522041"/>
                </a:lnTo>
                <a:close/>
                <a:moveTo>
                  <a:pt x="25421" y="1319051"/>
                </a:moveTo>
                <a:lnTo>
                  <a:pt x="0" y="1319051"/>
                </a:lnTo>
                <a:lnTo>
                  <a:pt x="0" y="1217556"/>
                </a:lnTo>
                <a:lnTo>
                  <a:pt x="25421" y="1217556"/>
                </a:lnTo>
                <a:lnTo>
                  <a:pt x="25421" y="1319051"/>
                </a:lnTo>
                <a:close/>
                <a:moveTo>
                  <a:pt x="25421" y="1116125"/>
                </a:moveTo>
                <a:lnTo>
                  <a:pt x="0" y="1116125"/>
                </a:lnTo>
                <a:lnTo>
                  <a:pt x="0" y="1014630"/>
                </a:lnTo>
                <a:lnTo>
                  <a:pt x="25421" y="1014630"/>
                </a:lnTo>
                <a:lnTo>
                  <a:pt x="25421" y="1116125"/>
                </a:lnTo>
                <a:close/>
                <a:moveTo>
                  <a:pt x="25421" y="913199"/>
                </a:moveTo>
                <a:lnTo>
                  <a:pt x="0" y="913199"/>
                </a:lnTo>
                <a:lnTo>
                  <a:pt x="0" y="811704"/>
                </a:lnTo>
                <a:lnTo>
                  <a:pt x="25421" y="811704"/>
                </a:lnTo>
                <a:lnTo>
                  <a:pt x="25421" y="913199"/>
                </a:lnTo>
                <a:close/>
                <a:moveTo>
                  <a:pt x="25421" y="710273"/>
                </a:moveTo>
                <a:lnTo>
                  <a:pt x="0" y="710273"/>
                </a:lnTo>
                <a:lnTo>
                  <a:pt x="0" y="608778"/>
                </a:lnTo>
                <a:lnTo>
                  <a:pt x="25421" y="608778"/>
                </a:lnTo>
                <a:lnTo>
                  <a:pt x="25421" y="710273"/>
                </a:lnTo>
                <a:close/>
                <a:moveTo>
                  <a:pt x="25421" y="507347"/>
                </a:moveTo>
                <a:lnTo>
                  <a:pt x="0" y="507347"/>
                </a:lnTo>
                <a:lnTo>
                  <a:pt x="0" y="405852"/>
                </a:lnTo>
                <a:lnTo>
                  <a:pt x="25421" y="405852"/>
                </a:lnTo>
                <a:lnTo>
                  <a:pt x="25421" y="507347"/>
                </a:lnTo>
                <a:close/>
                <a:moveTo>
                  <a:pt x="25421" y="304357"/>
                </a:moveTo>
                <a:lnTo>
                  <a:pt x="0" y="304357"/>
                </a:lnTo>
                <a:lnTo>
                  <a:pt x="0" y="202926"/>
                </a:lnTo>
                <a:lnTo>
                  <a:pt x="25421" y="202926"/>
                </a:lnTo>
                <a:lnTo>
                  <a:pt x="25421" y="304357"/>
                </a:lnTo>
                <a:close/>
                <a:moveTo>
                  <a:pt x="25421" y="101431"/>
                </a:moveTo>
                <a:lnTo>
                  <a:pt x="0" y="101431"/>
                </a:lnTo>
                <a:lnTo>
                  <a:pt x="0" y="0"/>
                </a:lnTo>
                <a:lnTo>
                  <a:pt x="25421" y="0"/>
                </a:lnTo>
                <a:lnTo>
                  <a:pt x="25421" y="101431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8" name="Freihandform: Form 37">
            <a:extLst>
              <a:ext uri="{FF2B5EF4-FFF2-40B4-BE49-F238E27FC236}">
                <a16:creationId xmlns:a16="http://schemas.microsoft.com/office/drawing/2014/main" id="{A1C5F9ED-BC1C-494F-9003-5C4976C079DF}"/>
              </a:ext>
            </a:extLst>
          </p:cNvPr>
          <p:cNvSpPr/>
          <p:nvPr/>
        </p:nvSpPr>
        <p:spPr>
          <a:xfrm>
            <a:off x="767408" y="4011434"/>
            <a:ext cx="1818199" cy="1851882"/>
          </a:xfrm>
          <a:custGeom>
            <a:avLst/>
            <a:gdLst>
              <a:gd name="connsiteX0" fmla="*/ 1818200 w 1818199"/>
              <a:gd name="connsiteY0" fmla="*/ 1851883 h 1851882"/>
              <a:gd name="connsiteX1" fmla="*/ 1755663 w 1818199"/>
              <a:gd name="connsiteY1" fmla="*/ 1851883 h 1851882"/>
              <a:gd name="connsiteX2" fmla="*/ 1755663 w 1818199"/>
              <a:gd name="connsiteY2" fmla="*/ 1826461 h 1851882"/>
              <a:gd name="connsiteX3" fmla="*/ 1792778 w 1818199"/>
              <a:gd name="connsiteY3" fmla="*/ 1826461 h 1851882"/>
              <a:gd name="connsiteX4" fmla="*/ 1792778 w 1818199"/>
              <a:gd name="connsiteY4" fmla="*/ 1788456 h 1851882"/>
              <a:gd name="connsiteX5" fmla="*/ 1818200 w 1818199"/>
              <a:gd name="connsiteY5" fmla="*/ 1788456 h 1851882"/>
              <a:gd name="connsiteX6" fmla="*/ 1818200 w 1818199"/>
              <a:gd name="connsiteY6" fmla="*/ 1851883 h 1851882"/>
              <a:gd name="connsiteX7" fmla="*/ 62537 w 1818199"/>
              <a:gd name="connsiteY7" fmla="*/ 1851883 h 1851882"/>
              <a:gd name="connsiteX8" fmla="*/ 0 w 1818199"/>
              <a:gd name="connsiteY8" fmla="*/ 1851883 h 1851882"/>
              <a:gd name="connsiteX9" fmla="*/ 0 w 1818199"/>
              <a:gd name="connsiteY9" fmla="*/ 1788456 h 1851882"/>
              <a:gd name="connsiteX10" fmla="*/ 25421 w 1818199"/>
              <a:gd name="connsiteY10" fmla="*/ 1788456 h 1851882"/>
              <a:gd name="connsiteX11" fmla="*/ 25421 w 1818199"/>
              <a:gd name="connsiteY11" fmla="*/ 1826461 h 1851882"/>
              <a:gd name="connsiteX12" fmla="*/ 62537 w 1818199"/>
              <a:gd name="connsiteY12" fmla="*/ 1826461 h 1851882"/>
              <a:gd name="connsiteX13" fmla="*/ 62537 w 1818199"/>
              <a:gd name="connsiteY13" fmla="*/ 1851883 h 1851882"/>
              <a:gd name="connsiteX14" fmla="*/ 1818200 w 1818199"/>
              <a:gd name="connsiteY14" fmla="*/ 63426 h 1851882"/>
              <a:gd name="connsiteX15" fmla="*/ 1792778 w 1818199"/>
              <a:gd name="connsiteY15" fmla="*/ 63426 h 1851882"/>
              <a:gd name="connsiteX16" fmla="*/ 1792778 w 1818199"/>
              <a:gd name="connsiteY16" fmla="*/ 25421 h 1851882"/>
              <a:gd name="connsiteX17" fmla="*/ 1755663 w 1818199"/>
              <a:gd name="connsiteY17" fmla="*/ 25421 h 1851882"/>
              <a:gd name="connsiteX18" fmla="*/ 1755663 w 1818199"/>
              <a:gd name="connsiteY18" fmla="*/ 0 h 1851882"/>
              <a:gd name="connsiteX19" fmla="*/ 1818200 w 1818199"/>
              <a:gd name="connsiteY19" fmla="*/ 0 h 1851882"/>
              <a:gd name="connsiteX20" fmla="*/ 1818200 w 1818199"/>
              <a:gd name="connsiteY20" fmla="*/ 63426 h 1851882"/>
              <a:gd name="connsiteX21" fmla="*/ 25421 w 1818199"/>
              <a:gd name="connsiteY21" fmla="*/ 63426 h 1851882"/>
              <a:gd name="connsiteX22" fmla="*/ 0 w 1818199"/>
              <a:gd name="connsiteY22" fmla="*/ 63426 h 1851882"/>
              <a:gd name="connsiteX23" fmla="*/ 0 w 1818199"/>
              <a:gd name="connsiteY23" fmla="*/ 0 h 1851882"/>
              <a:gd name="connsiteX24" fmla="*/ 62537 w 1818199"/>
              <a:gd name="connsiteY24" fmla="*/ 0 h 1851882"/>
              <a:gd name="connsiteX25" fmla="*/ 62537 w 1818199"/>
              <a:gd name="connsiteY25" fmla="*/ 25421 h 1851882"/>
              <a:gd name="connsiteX26" fmla="*/ 25421 w 1818199"/>
              <a:gd name="connsiteY26" fmla="*/ 25421 h 1851882"/>
              <a:gd name="connsiteX27" fmla="*/ 25421 w 1818199"/>
              <a:gd name="connsiteY27" fmla="*/ 63426 h 1851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818199" h="1851882">
                <a:moveTo>
                  <a:pt x="1818200" y="1851883"/>
                </a:moveTo>
                <a:lnTo>
                  <a:pt x="1755663" y="1851883"/>
                </a:lnTo>
                <a:lnTo>
                  <a:pt x="1755663" y="1826461"/>
                </a:lnTo>
                <a:lnTo>
                  <a:pt x="1792778" y="1826461"/>
                </a:lnTo>
                <a:lnTo>
                  <a:pt x="1792778" y="1788456"/>
                </a:lnTo>
                <a:lnTo>
                  <a:pt x="1818200" y="1788456"/>
                </a:lnTo>
                <a:lnTo>
                  <a:pt x="1818200" y="1851883"/>
                </a:lnTo>
                <a:close/>
                <a:moveTo>
                  <a:pt x="62537" y="1851883"/>
                </a:moveTo>
                <a:lnTo>
                  <a:pt x="0" y="1851883"/>
                </a:lnTo>
                <a:lnTo>
                  <a:pt x="0" y="1788456"/>
                </a:lnTo>
                <a:lnTo>
                  <a:pt x="25421" y="1788456"/>
                </a:lnTo>
                <a:lnTo>
                  <a:pt x="25421" y="1826461"/>
                </a:lnTo>
                <a:lnTo>
                  <a:pt x="62537" y="1826461"/>
                </a:lnTo>
                <a:lnTo>
                  <a:pt x="62537" y="1851883"/>
                </a:lnTo>
                <a:close/>
                <a:moveTo>
                  <a:pt x="1818200" y="63426"/>
                </a:moveTo>
                <a:lnTo>
                  <a:pt x="1792778" y="63426"/>
                </a:lnTo>
                <a:lnTo>
                  <a:pt x="1792778" y="25421"/>
                </a:lnTo>
                <a:lnTo>
                  <a:pt x="1755663" y="25421"/>
                </a:lnTo>
                <a:lnTo>
                  <a:pt x="1755663" y="0"/>
                </a:lnTo>
                <a:lnTo>
                  <a:pt x="1818200" y="0"/>
                </a:lnTo>
                <a:lnTo>
                  <a:pt x="1818200" y="63426"/>
                </a:lnTo>
                <a:close/>
                <a:moveTo>
                  <a:pt x="25421" y="63426"/>
                </a:moveTo>
                <a:lnTo>
                  <a:pt x="0" y="63426"/>
                </a:lnTo>
                <a:lnTo>
                  <a:pt x="0" y="0"/>
                </a:lnTo>
                <a:lnTo>
                  <a:pt x="62537" y="0"/>
                </a:lnTo>
                <a:lnTo>
                  <a:pt x="62537" y="25421"/>
                </a:lnTo>
                <a:lnTo>
                  <a:pt x="25421" y="25421"/>
                </a:lnTo>
                <a:lnTo>
                  <a:pt x="25421" y="63426"/>
                </a:lnTo>
                <a:close/>
              </a:path>
            </a:pathLst>
          </a:custGeom>
          <a:solidFill>
            <a:srgbClr val="00C1D4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9" name="Freihandform: Form 38">
            <a:extLst>
              <a:ext uri="{FF2B5EF4-FFF2-40B4-BE49-F238E27FC236}">
                <a16:creationId xmlns:a16="http://schemas.microsoft.com/office/drawing/2014/main" id="{A5957912-9AC1-4E95-9D66-FE8F2A0E941F}"/>
              </a:ext>
            </a:extLst>
          </p:cNvPr>
          <p:cNvSpPr/>
          <p:nvPr/>
        </p:nvSpPr>
        <p:spPr>
          <a:xfrm>
            <a:off x="1484989" y="4745857"/>
            <a:ext cx="383036" cy="383036"/>
          </a:xfrm>
          <a:custGeom>
            <a:avLst/>
            <a:gdLst>
              <a:gd name="connsiteX0" fmla="*/ 383036 w 383036"/>
              <a:gd name="connsiteY0" fmla="*/ 191550 h 383036"/>
              <a:gd name="connsiteX1" fmla="*/ 191550 w 383036"/>
              <a:gd name="connsiteY1" fmla="*/ 0 h 383036"/>
              <a:gd name="connsiteX2" fmla="*/ 0 w 383036"/>
              <a:gd name="connsiteY2" fmla="*/ 191550 h 383036"/>
              <a:gd name="connsiteX3" fmla="*/ 191550 w 383036"/>
              <a:gd name="connsiteY3" fmla="*/ 383036 h 383036"/>
              <a:gd name="connsiteX4" fmla="*/ 383036 w 383036"/>
              <a:gd name="connsiteY4" fmla="*/ 191550 h 38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3036" h="383036">
                <a:moveTo>
                  <a:pt x="383036" y="191550"/>
                </a:moveTo>
                <a:cubicBezTo>
                  <a:pt x="383036" y="85924"/>
                  <a:pt x="297112" y="0"/>
                  <a:pt x="191550" y="0"/>
                </a:cubicBezTo>
                <a:cubicBezTo>
                  <a:pt x="85988" y="0"/>
                  <a:pt x="0" y="85924"/>
                  <a:pt x="0" y="191550"/>
                </a:cubicBezTo>
                <a:cubicBezTo>
                  <a:pt x="0" y="297112"/>
                  <a:pt x="85924" y="383036"/>
                  <a:pt x="191550" y="383036"/>
                </a:cubicBezTo>
                <a:cubicBezTo>
                  <a:pt x="297176" y="383036"/>
                  <a:pt x="383036" y="297176"/>
                  <a:pt x="383036" y="191550"/>
                </a:cubicBezTo>
              </a:path>
            </a:pathLst>
          </a:custGeom>
          <a:solidFill>
            <a:srgbClr val="FFFFFF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0" name="Freihandform: Form 39">
            <a:extLst>
              <a:ext uri="{FF2B5EF4-FFF2-40B4-BE49-F238E27FC236}">
                <a16:creationId xmlns:a16="http://schemas.microsoft.com/office/drawing/2014/main" id="{79002ECF-58CE-41C3-B5F8-A2990C001AD0}"/>
              </a:ext>
            </a:extLst>
          </p:cNvPr>
          <p:cNvSpPr/>
          <p:nvPr/>
        </p:nvSpPr>
        <p:spPr>
          <a:xfrm>
            <a:off x="4594340" y="4855296"/>
            <a:ext cx="481544" cy="164158"/>
          </a:xfrm>
          <a:custGeom>
            <a:avLst/>
            <a:gdLst>
              <a:gd name="connsiteX0" fmla="*/ 0 w 481544"/>
              <a:gd name="connsiteY0" fmla="*/ 0 h 164158"/>
              <a:gd name="connsiteX1" fmla="*/ 481544 w 481544"/>
              <a:gd name="connsiteY1" fmla="*/ 0 h 164158"/>
              <a:gd name="connsiteX2" fmla="*/ 481544 w 481544"/>
              <a:gd name="connsiteY2" fmla="*/ 164158 h 164158"/>
              <a:gd name="connsiteX3" fmla="*/ 0 w 481544"/>
              <a:gd name="connsiteY3" fmla="*/ 164158 h 16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544" h="164158">
                <a:moveTo>
                  <a:pt x="0" y="0"/>
                </a:moveTo>
                <a:lnTo>
                  <a:pt x="481544" y="0"/>
                </a:lnTo>
                <a:lnTo>
                  <a:pt x="481544" y="164158"/>
                </a:lnTo>
                <a:lnTo>
                  <a:pt x="0" y="164158"/>
                </a:lnTo>
                <a:close/>
              </a:path>
            </a:pathLst>
          </a:custGeom>
          <a:solidFill>
            <a:srgbClr val="FF9623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C6F8949F-6BE0-4E7E-90F2-7340E3995EE8}"/>
              </a:ext>
            </a:extLst>
          </p:cNvPr>
          <p:cNvSpPr/>
          <p:nvPr/>
        </p:nvSpPr>
        <p:spPr>
          <a:xfrm>
            <a:off x="4512292" y="4855296"/>
            <a:ext cx="164095" cy="164094"/>
          </a:xfrm>
          <a:custGeom>
            <a:avLst/>
            <a:gdLst>
              <a:gd name="connsiteX0" fmla="*/ 82047 w 164095"/>
              <a:gd name="connsiteY0" fmla="*/ 0 h 164094"/>
              <a:gd name="connsiteX1" fmla="*/ 0 w 164095"/>
              <a:gd name="connsiteY1" fmla="*/ 82047 h 164094"/>
              <a:gd name="connsiteX2" fmla="*/ 82047 w 164095"/>
              <a:gd name="connsiteY2" fmla="*/ 164095 h 164094"/>
              <a:gd name="connsiteX3" fmla="*/ 164095 w 164095"/>
              <a:gd name="connsiteY3" fmla="*/ 82047 h 164094"/>
              <a:gd name="connsiteX4" fmla="*/ 82047 w 164095"/>
              <a:gd name="connsiteY4" fmla="*/ 0 h 16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095" h="164094">
                <a:moveTo>
                  <a:pt x="82047" y="0"/>
                </a:moveTo>
                <a:cubicBezTo>
                  <a:pt x="36734" y="0"/>
                  <a:pt x="0" y="36734"/>
                  <a:pt x="0" y="82047"/>
                </a:cubicBezTo>
                <a:cubicBezTo>
                  <a:pt x="0" y="127361"/>
                  <a:pt x="36734" y="164095"/>
                  <a:pt x="82047" y="164095"/>
                </a:cubicBezTo>
                <a:cubicBezTo>
                  <a:pt x="127361" y="164095"/>
                  <a:pt x="164095" y="127361"/>
                  <a:pt x="164095" y="82047"/>
                </a:cubicBezTo>
                <a:cubicBezTo>
                  <a:pt x="164159" y="36734"/>
                  <a:pt x="127361" y="0"/>
                  <a:pt x="82047" y="0"/>
                </a:cubicBezTo>
              </a:path>
            </a:pathLst>
          </a:custGeom>
          <a:solidFill>
            <a:srgbClr val="7300FE"/>
          </a:solidFill>
          <a:ln w="6354" cap="flat">
            <a:noFill/>
            <a:prstDash val="solid"/>
            <a:miter/>
          </a:ln>
        </p:spPr>
        <p:txBody>
          <a:bodyPr rtlCol="0" anchor="ctr"/>
          <a:lstStyle/>
          <a:p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447CD1-66E3-2A32-9E16-CFDB844A02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978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094068-96F3-1DDB-F9FB-D1ACF592BA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B606B-EDF4-5461-DA03-34CB22CE0A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6801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 (ohne Hinwei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7" name="Gerader Verbinder 15">
            <a:extLst>
              <a:ext uri="{FF2B5EF4-FFF2-40B4-BE49-F238E27FC236}">
                <a16:creationId xmlns:a16="http://schemas.microsoft.com/office/drawing/2014/main" id="{15C9F1C8-2518-CC4D-80C0-93970E77CA56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19">
            <a:extLst>
              <a:ext uri="{FF2B5EF4-FFF2-40B4-BE49-F238E27FC236}">
                <a16:creationId xmlns:a16="http://schemas.microsoft.com/office/drawing/2014/main" id="{9B204751-9A23-7641-BE9D-CC6D24FDBF98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22">
            <a:extLst>
              <a:ext uri="{FF2B5EF4-FFF2-40B4-BE49-F238E27FC236}">
                <a16:creationId xmlns:a16="http://schemas.microsoft.com/office/drawing/2014/main" id="{DBD4AA45-77C5-2142-B2D7-6ED5E6F44AB1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E6F198D-9489-8FE4-28D5-4461989D7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368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3"/>
            <a:ext cx="4464745" cy="428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82C7C3C-4387-4E3F-AE9F-5BCFC4308BD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519687" y="1808383"/>
            <a:ext cx="4464745" cy="428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61E4346-7E32-4F8D-9D8C-171192B5A9AD}"/>
              </a:ext>
            </a:extLst>
          </p:cNvPr>
          <p:cNvCxnSpPr>
            <a:cxnSpLocks/>
          </p:cNvCxnSpPr>
          <p:nvPr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4F1898BA-92E9-4EE4-BD6B-5C4CA9C4A1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1034732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cxnSp>
        <p:nvCxnSpPr>
          <p:cNvPr id="12" name="Gerader Verbinder 15">
            <a:extLst>
              <a:ext uri="{FF2B5EF4-FFF2-40B4-BE49-F238E27FC236}">
                <a16:creationId xmlns:a16="http://schemas.microsoft.com/office/drawing/2014/main" id="{10213E4F-C6B2-5445-9036-B944E4F3AC8A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9">
            <a:extLst>
              <a:ext uri="{FF2B5EF4-FFF2-40B4-BE49-F238E27FC236}">
                <a16:creationId xmlns:a16="http://schemas.microsoft.com/office/drawing/2014/main" id="{52FF7F1F-A87B-8D4E-BFA2-71710EE468AE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22">
            <a:extLst>
              <a:ext uri="{FF2B5EF4-FFF2-40B4-BE49-F238E27FC236}">
                <a16:creationId xmlns:a16="http://schemas.microsoft.com/office/drawing/2014/main" id="{D4DA72C7-616C-AF43-8366-496981A22866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43970B-4B90-84B3-89CF-0E2FD28DFC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0721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BBA11A-B004-FECB-2F35-D49D4F5A17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397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Inhalte und Schau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4"/>
            <a:ext cx="4248845" cy="4284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355BDE4E-1271-4C05-9405-376F23F6B96E}"/>
              </a:ext>
            </a:extLst>
          </p:cNvPr>
          <p:cNvCxnSpPr>
            <a:cxnSpLocks/>
          </p:cNvCxnSpPr>
          <p:nvPr/>
        </p:nvCxnSpPr>
        <p:spPr>
          <a:xfrm>
            <a:off x="5519936" y="1341438"/>
            <a:ext cx="0" cy="53276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15">
            <a:extLst>
              <a:ext uri="{FF2B5EF4-FFF2-40B4-BE49-F238E27FC236}">
                <a16:creationId xmlns:a16="http://schemas.microsoft.com/office/drawing/2014/main" id="{E89FCB27-C7C1-CF4E-B746-4517EB8CC6A2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19">
            <a:extLst>
              <a:ext uri="{FF2B5EF4-FFF2-40B4-BE49-F238E27FC236}">
                <a16:creationId xmlns:a16="http://schemas.microsoft.com/office/drawing/2014/main" id="{ACC39736-8E59-E144-BEE6-3C0678946F76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22">
            <a:extLst>
              <a:ext uri="{FF2B5EF4-FFF2-40B4-BE49-F238E27FC236}">
                <a16:creationId xmlns:a16="http://schemas.microsoft.com/office/drawing/2014/main" id="{B0542CB8-E218-FC4F-9130-CC58410BDA40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CCDFD039-902C-E837-7FFE-4D57EE478B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5123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und Bild (mit B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6"/>
            <a:ext cx="5401246" cy="428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D08BAF-4B64-4AC6-81DB-C71C760ED04D}"/>
              </a:ext>
            </a:extLst>
          </p:cNvPr>
          <p:cNvCxnSpPr>
            <a:cxnSpLocks/>
          </p:cNvCxnSpPr>
          <p:nvPr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9055CE06-ACE1-487C-8613-3D2523E4B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620686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2065" y="1333500"/>
            <a:ext cx="4176910" cy="5335587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9" name="Gerader Verbinder 15">
            <a:extLst>
              <a:ext uri="{FF2B5EF4-FFF2-40B4-BE49-F238E27FC236}">
                <a16:creationId xmlns:a16="http://schemas.microsoft.com/office/drawing/2014/main" id="{F38A5887-9B28-F041-9EB7-5AE4691ACFCB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9">
            <a:extLst>
              <a:ext uri="{FF2B5EF4-FFF2-40B4-BE49-F238E27FC236}">
                <a16:creationId xmlns:a16="http://schemas.microsoft.com/office/drawing/2014/main" id="{B7FE8E24-49FD-A046-9912-D20406FC8682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22">
            <a:extLst>
              <a:ext uri="{FF2B5EF4-FFF2-40B4-BE49-F238E27FC236}">
                <a16:creationId xmlns:a16="http://schemas.microsoft.com/office/drawing/2014/main" id="{F1F8A46E-9EA2-A743-BFD6-63D4E5C3113A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42B72D-335C-08A9-7999-FAF99140B0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348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und großes Bild (mit B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4" y="298447"/>
            <a:ext cx="4892230" cy="9334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6"/>
            <a:ext cx="4887470" cy="428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3D08BAF-4B64-4AC6-81DB-C71C760ED04D}"/>
              </a:ext>
            </a:extLst>
          </p:cNvPr>
          <p:cNvCxnSpPr>
            <a:cxnSpLocks/>
          </p:cNvCxnSpPr>
          <p:nvPr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9055CE06-ACE1-487C-8613-3D2523E4B1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566680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8009" y="188912"/>
            <a:ext cx="4680966" cy="6480176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9" name="Gerader Verbinder 15">
            <a:extLst>
              <a:ext uri="{FF2B5EF4-FFF2-40B4-BE49-F238E27FC236}">
                <a16:creationId xmlns:a16="http://schemas.microsoft.com/office/drawing/2014/main" id="{F38A5887-9B28-F041-9EB7-5AE4691ACFCB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9">
            <a:extLst>
              <a:ext uri="{FF2B5EF4-FFF2-40B4-BE49-F238E27FC236}">
                <a16:creationId xmlns:a16="http://schemas.microsoft.com/office/drawing/2014/main" id="{B7FE8E24-49FD-A046-9912-D20406FC8682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22">
            <a:extLst>
              <a:ext uri="{FF2B5EF4-FFF2-40B4-BE49-F238E27FC236}">
                <a16:creationId xmlns:a16="http://schemas.microsoft.com/office/drawing/2014/main" id="{F1F8A46E-9EA2-A743-BFD6-63D4E5C3113A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42B72D-335C-08A9-7999-FAF99140B0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0568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7"/>
            <a:ext cx="5401246" cy="4284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8495" y="1643062"/>
            <a:ext cx="3524250" cy="2040348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/>
        </p:nvCxnSpPr>
        <p:spPr>
          <a:xfrm>
            <a:off x="6678164" y="1341438"/>
            <a:ext cx="0" cy="53276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CD22B09-52F2-4816-B52A-9BE1E67FA55B}"/>
              </a:ext>
            </a:extLst>
          </p:cNvPr>
          <p:cNvCxnSpPr>
            <a:cxnSpLocks/>
          </p:cNvCxnSpPr>
          <p:nvPr/>
        </p:nvCxnSpPr>
        <p:spPr>
          <a:xfrm>
            <a:off x="6678164" y="4005064"/>
            <a:ext cx="417081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878DD557-3579-405B-B47F-28034C9B04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98420" y="4309498"/>
            <a:ext cx="3524400" cy="2041200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7576C2A6-1A5C-4417-AA50-7A58E8A23F7E}"/>
              </a:ext>
            </a:extLst>
          </p:cNvPr>
          <p:cNvCxnSpPr>
            <a:cxnSpLocks/>
          </p:cNvCxnSpPr>
          <p:nvPr/>
        </p:nvCxnSpPr>
        <p:spPr>
          <a:xfrm>
            <a:off x="192089" y="6417332"/>
            <a:ext cx="648017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63232D6C-F17B-4C98-A89F-6F3DEAB241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187" y="6417332"/>
            <a:ext cx="6206863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cxnSp>
        <p:nvCxnSpPr>
          <p:cNvPr id="17" name="Gerader Verbinder 15">
            <a:extLst>
              <a:ext uri="{FF2B5EF4-FFF2-40B4-BE49-F238E27FC236}">
                <a16:creationId xmlns:a16="http://schemas.microsoft.com/office/drawing/2014/main" id="{0D7EAF6D-FD6A-BE45-A347-C2458025C588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r Verbinder 19">
            <a:extLst>
              <a:ext uri="{FF2B5EF4-FFF2-40B4-BE49-F238E27FC236}">
                <a16:creationId xmlns:a16="http://schemas.microsoft.com/office/drawing/2014/main" id="{406CFF39-CE2B-254E-A53E-E69BBF2F0AA7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22">
            <a:extLst>
              <a:ext uri="{FF2B5EF4-FFF2-40B4-BE49-F238E27FC236}">
                <a16:creationId xmlns:a16="http://schemas.microsoft.com/office/drawing/2014/main" id="{AD9FD469-FDE2-6A47-8750-FA3A96542955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175BD6-6199-61EE-465D-56531D8F3BF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5293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Bilder (mit BU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89E91F48-9746-41C2-8E16-23FF897712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98657" y="1648693"/>
            <a:ext cx="4508125" cy="1814929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/>
        </p:nvCxnSpPr>
        <p:spPr>
          <a:xfrm>
            <a:off x="5699956" y="1341438"/>
            <a:ext cx="0" cy="5075894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CD22B09-52F2-4816-B52A-9BE1E67FA55B}"/>
              </a:ext>
            </a:extLst>
          </p:cNvPr>
          <p:cNvCxnSpPr>
            <a:cxnSpLocks/>
          </p:cNvCxnSpPr>
          <p:nvPr/>
        </p:nvCxnSpPr>
        <p:spPr>
          <a:xfrm>
            <a:off x="5699956" y="3766890"/>
            <a:ext cx="514901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878DD557-3579-405B-B47F-28034C9B04E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98658" y="4070145"/>
            <a:ext cx="1966505" cy="2022680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00208EBB-B5F9-4001-81AD-411ABE1EF76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2617" y="1648693"/>
            <a:ext cx="4888635" cy="4444132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FCECF6C9-A215-441A-87D2-2FC2B34C93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40279" y="4070145"/>
            <a:ext cx="1966505" cy="2022680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102DAA4-7925-4CEB-BCA1-D1550A437C51}"/>
              </a:ext>
            </a:extLst>
          </p:cNvPr>
          <p:cNvCxnSpPr>
            <a:cxnSpLocks/>
          </p:cNvCxnSpPr>
          <p:nvPr/>
        </p:nvCxnSpPr>
        <p:spPr>
          <a:xfrm>
            <a:off x="8256240" y="3766890"/>
            <a:ext cx="0" cy="2650442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3A90C8DA-1953-4E7B-B71B-CBA2F727DBB0}"/>
              </a:ext>
            </a:extLst>
          </p:cNvPr>
          <p:cNvCxnSpPr>
            <a:cxnSpLocks/>
          </p:cNvCxnSpPr>
          <p:nvPr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9">
            <a:extLst>
              <a:ext uri="{FF2B5EF4-FFF2-40B4-BE49-F238E27FC236}">
                <a16:creationId xmlns:a16="http://schemas.microsoft.com/office/drawing/2014/main" id="{67F82C99-658A-4B6E-92F4-EDEA2D8E49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6417332"/>
            <a:ext cx="1034732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cxnSp>
        <p:nvCxnSpPr>
          <p:cNvPr id="19" name="Gerader Verbinder 15">
            <a:extLst>
              <a:ext uri="{FF2B5EF4-FFF2-40B4-BE49-F238E27FC236}">
                <a16:creationId xmlns:a16="http://schemas.microsoft.com/office/drawing/2014/main" id="{362BAC3F-D429-E843-A8D1-9ECD09E1A0CB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A486E1D-59D8-0F44-94CD-E427D6A1850F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2">
            <a:extLst>
              <a:ext uri="{FF2B5EF4-FFF2-40B4-BE49-F238E27FC236}">
                <a16:creationId xmlns:a16="http://schemas.microsoft.com/office/drawing/2014/main" id="{B1B4C13D-72F4-3C4A-B390-F962314B024D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9B28-1500-B262-A290-2001F7E38FD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8913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A1BEE5-F9DE-46C0-AB27-091690C2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A148DA5-ACC1-4734-AF96-EF9E37F2B6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91276" y="2410563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48B8EA0-A246-4E55-8AAC-E827AFDDE525}"/>
              </a:ext>
            </a:extLst>
          </p:cNvPr>
          <p:cNvSpPr/>
          <p:nvPr/>
        </p:nvSpPr>
        <p:spPr>
          <a:xfrm>
            <a:off x="766763" y="1881188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210071DE-FBFB-4B83-8163-B5E9190F0E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91276" y="1939861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AFBF5F9C-870A-4A82-B31C-B61BF31B9A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6763" y="1881188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 dirty="0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78E89DB9-44D9-4647-82E1-DAF9B230E6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22890" y="2410563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9992F10-47C5-4A45-A24E-8C4E3C89DE75}"/>
              </a:ext>
            </a:extLst>
          </p:cNvPr>
          <p:cNvSpPr/>
          <p:nvPr/>
        </p:nvSpPr>
        <p:spPr>
          <a:xfrm>
            <a:off x="3998377" y="1881188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4F1FE532-C066-4F59-91A8-490B948F86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22890" y="1939861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7" name="Bildplatzhalter 12">
            <a:extLst>
              <a:ext uri="{FF2B5EF4-FFF2-40B4-BE49-F238E27FC236}">
                <a16:creationId xmlns:a16="http://schemas.microsoft.com/office/drawing/2014/main" id="{7F331267-7E5D-486E-8B1B-78DED937024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98377" y="1881188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0E52CFE4-AD77-4880-9A0C-F102F7000C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45381" y="2410563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34FDD3-6E8E-4809-89FD-E3C37EA55169}"/>
              </a:ext>
            </a:extLst>
          </p:cNvPr>
          <p:cNvSpPr/>
          <p:nvPr/>
        </p:nvSpPr>
        <p:spPr>
          <a:xfrm>
            <a:off x="7220868" y="1881188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16E1DD81-7FCF-4F04-BC8F-EFE537E1C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5381" y="1939861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C97484BE-ED5D-4260-9E1D-9BFD550EFFD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20868" y="1881188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5" name="Textplatzhalter 8">
            <a:extLst>
              <a:ext uri="{FF2B5EF4-FFF2-40B4-BE49-F238E27FC236}">
                <a16:creationId xmlns:a16="http://schemas.microsoft.com/office/drawing/2014/main" id="{F3F5F776-E6F0-4CF1-A631-EAF8B263AD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91276" y="3672375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B753ABDC-A70D-481F-A6B0-39AE0AEE775C}"/>
              </a:ext>
            </a:extLst>
          </p:cNvPr>
          <p:cNvSpPr/>
          <p:nvPr/>
        </p:nvSpPr>
        <p:spPr>
          <a:xfrm>
            <a:off x="766763" y="3143000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37" name="Textplatzhalter 8">
            <a:extLst>
              <a:ext uri="{FF2B5EF4-FFF2-40B4-BE49-F238E27FC236}">
                <a16:creationId xmlns:a16="http://schemas.microsoft.com/office/drawing/2014/main" id="{02EC250D-AA1C-44B2-995B-E8BFA09314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91276" y="3201673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38" name="Bildplatzhalter 12">
            <a:extLst>
              <a:ext uri="{FF2B5EF4-FFF2-40B4-BE49-F238E27FC236}">
                <a16:creationId xmlns:a16="http://schemas.microsoft.com/office/drawing/2014/main" id="{8CABF4D6-152A-41AE-8C2F-9CD921EFC11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66763" y="3143000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39" name="Textplatzhalter 8">
            <a:extLst>
              <a:ext uri="{FF2B5EF4-FFF2-40B4-BE49-F238E27FC236}">
                <a16:creationId xmlns:a16="http://schemas.microsoft.com/office/drawing/2014/main" id="{28C3A20E-DDFE-44F7-A916-041771945A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22890" y="3672375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DDF22FB5-B678-46C9-818E-151AF9A7DDF0}"/>
              </a:ext>
            </a:extLst>
          </p:cNvPr>
          <p:cNvSpPr/>
          <p:nvPr/>
        </p:nvSpPr>
        <p:spPr>
          <a:xfrm>
            <a:off x="3998377" y="3143000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41" name="Textplatzhalter 8">
            <a:extLst>
              <a:ext uri="{FF2B5EF4-FFF2-40B4-BE49-F238E27FC236}">
                <a16:creationId xmlns:a16="http://schemas.microsoft.com/office/drawing/2014/main" id="{1D5CE165-81AF-4520-A13F-3B30E50152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22890" y="3201673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2" name="Bildplatzhalter 12">
            <a:extLst>
              <a:ext uri="{FF2B5EF4-FFF2-40B4-BE49-F238E27FC236}">
                <a16:creationId xmlns:a16="http://schemas.microsoft.com/office/drawing/2014/main" id="{7883B96E-3F8B-414A-94B1-E335E9A414C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998377" y="3143000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3" name="Textplatzhalter 8">
            <a:extLst>
              <a:ext uri="{FF2B5EF4-FFF2-40B4-BE49-F238E27FC236}">
                <a16:creationId xmlns:a16="http://schemas.microsoft.com/office/drawing/2014/main" id="{BCD38750-B73D-4EC8-AAAF-F0187E7645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45381" y="3672375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9758B34E-460A-412F-8445-AD9655D14F79}"/>
              </a:ext>
            </a:extLst>
          </p:cNvPr>
          <p:cNvSpPr/>
          <p:nvPr/>
        </p:nvSpPr>
        <p:spPr>
          <a:xfrm>
            <a:off x="7220868" y="3143000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45" name="Textplatzhalter 8">
            <a:extLst>
              <a:ext uri="{FF2B5EF4-FFF2-40B4-BE49-F238E27FC236}">
                <a16:creationId xmlns:a16="http://schemas.microsoft.com/office/drawing/2014/main" id="{B983036F-5663-4F14-A0FA-FF0391EB10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45381" y="3201673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46" name="Bildplatzhalter 12">
            <a:extLst>
              <a:ext uri="{FF2B5EF4-FFF2-40B4-BE49-F238E27FC236}">
                <a16:creationId xmlns:a16="http://schemas.microsoft.com/office/drawing/2014/main" id="{18AC2E3D-A4DD-45A7-8451-5BE5ED7566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220868" y="3143000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7" name="Textplatzhalter 8">
            <a:extLst>
              <a:ext uri="{FF2B5EF4-FFF2-40B4-BE49-F238E27FC236}">
                <a16:creationId xmlns:a16="http://schemas.microsoft.com/office/drawing/2014/main" id="{7228DF9F-280F-4003-AAD5-A185CB3D96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91276" y="4930526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2042F41-97A9-49C4-9E73-28E1B2901103}"/>
              </a:ext>
            </a:extLst>
          </p:cNvPr>
          <p:cNvSpPr/>
          <p:nvPr/>
        </p:nvSpPr>
        <p:spPr>
          <a:xfrm>
            <a:off x="766763" y="4401151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49" name="Textplatzhalter 8">
            <a:extLst>
              <a:ext uri="{FF2B5EF4-FFF2-40B4-BE49-F238E27FC236}">
                <a16:creationId xmlns:a16="http://schemas.microsoft.com/office/drawing/2014/main" id="{4E3C3099-2635-40D4-8086-DCE8031DFDB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91276" y="4459824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0" name="Bildplatzhalter 12">
            <a:extLst>
              <a:ext uri="{FF2B5EF4-FFF2-40B4-BE49-F238E27FC236}">
                <a16:creationId xmlns:a16="http://schemas.microsoft.com/office/drawing/2014/main" id="{C1806442-FAD4-4A1F-B0EA-95B629CEB7E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66763" y="4401151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1" name="Textplatzhalter 8">
            <a:extLst>
              <a:ext uri="{FF2B5EF4-FFF2-40B4-BE49-F238E27FC236}">
                <a16:creationId xmlns:a16="http://schemas.microsoft.com/office/drawing/2014/main" id="{3C371944-32EB-4A2D-BC37-D6B74C80F5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22890" y="4930526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CF923ABD-B196-495B-B73E-898032B64073}"/>
              </a:ext>
            </a:extLst>
          </p:cNvPr>
          <p:cNvSpPr/>
          <p:nvPr/>
        </p:nvSpPr>
        <p:spPr>
          <a:xfrm>
            <a:off x="3998377" y="4401151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53" name="Textplatzhalter 8">
            <a:extLst>
              <a:ext uri="{FF2B5EF4-FFF2-40B4-BE49-F238E27FC236}">
                <a16:creationId xmlns:a16="http://schemas.microsoft.com/office/drawing/2014/main" id="{D8CFE608-BD58-4311-AE73-9330969682C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22890" y="4459824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4" name="Bildplatzhalter 12">
            <a:extLst>
              <a:ext uri="{FF2B5EF4-FFF2-40B4-BE49-F238E27FC236}">
                <a16:creationId xmlns:a16="http://schemas.microsoft.com/office/drawing/2014/main" id="{072BBFC8-75D0-444B-9A39-AB0A55C0A93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998377" y="4401151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55" name="Textplatzhalter 8">
            <a:extLst>
              <a:ext uri="{FF2B5EF4-FFF2-40B4-BE49-F238E27FC236}">
                <a16:creationId xmlns:a16="http://schemas.microsoft.com/office/drawing/2014/main" id="{E729F180-C1BE-46E3-B2A8-8C0E73A508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45381" y="4930526"/>
            <a:ext cx="1864588" cy="35262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000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Beschreibung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BE79DC2-A180-42B2-B047-C24ECB1BBB31}"/>
              </a:ext>
            </a:extLst>
          </p:cNvPr>
          <p:cNvSpPr/>
          <p:nvPr/>
        </p:nvSpPr>
        <p:spPr>
          <a:xfrm>
            <a:off x="7220868" y="4401151"/>
            <a:ext cx="882000" cy="88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+mn-lt"/>
            </a:endParaRPr>
          </a:p>
        </p:txBody>
      </p:sp>
      <p:sp>
        <p:nvSpPr>
          <p:cNvPr id="57" name="Textplatzhalter 8">
            <a:extLst>
              <a:ext uri="{FF2B5EF4-FFF2-40B4-BE49-F238E27FC236}">
                <a16:creationId xmlns:a16="http://schemas.microsoft.com/office/drawing/2014/main" id="{D52156C4-FD6E-451C-BE74-00E6F2D973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45381" y="4459824"/>
            <a:ext cx="1864588" cy="442208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500" b="1">
                <a:latin typeface="+mn-lt"/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58" name="Bildplatzhalter 12">
            <a:extLst>
              <a:ext uri="{FF2B5EF4-FFF2-40B4-BE49-F238E27FC236}">
                <a16:creationId xmlns:a16="http://schemas.microsoft.com/office/drawing/2014/main" id="{E87CDF72-BAE6-4192-9B8D-373A75F6A2E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220868" y="4401151"/>
            <a:ext cx="882000" cy="882000"/>
          </a:xfrm>
          <a:prstGeom prst="ellipse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7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59" name="Gerader Verbinder 15">
            <a:extLst>
              <a:ext uri="{FF2B5EF4-FFF2-40B4-BE49-F238E27FC236}">
                <a16:creationId xmlns:a16="http://schemas.microsoft.com/office/drawing/2014/main" id="{B285402B-D2FD-6744-BCE3-85691AC99461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19">
            <a:extLst>
              <a:ext uri="{FF2B5EF4-FFF2-40B4-BE49-F238E27FC236}">
                <a16:creationId xmlns:a16="http://schemas.microsoft.com/office/drawing/2014/main" id="{C3D183EE-7D90-3E40-85E1-F1923F1054D3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22">
            <a:extLst>
              <a:ext uri="{FF2B5EF4-FFF2-40B4-BE49-F238E27FC236}">
                <a16:creationId xmlns:a16="http://schemas.microsoft.com/office/drawing/2014/main" id="{11EE6D3B-01EB-5B45-B203-4BD562672934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FC95C4-CB05-BCF9-6A94-3CA8E35E9199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4164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16D09AB4-5195-4791-BA54-DB800E26075C}"/>
              </a:ext>
            </a:extLst>
          </p:cNvPr>
          <p:cNvCxnSpPr>
            <a:cxnSpLocks/>
          </p:cNvCxnSpPr>
          <p:nvPr/>
        </p:nvCxnSpPr>
        <p:spPr>
          <a:xfrm>
            <a:off x="192089" y="6417332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A928CE4D-9D00-4E58-8537-0D0AA5A7B8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6417332"/>
            <a:ext cx="10347324" cy="251756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700" spc="30" baseline="0">
                <a:solidFill>
                  <a:schemeClr val="tx2"/>
                </a:solidFill>
              </a:defRPr>
            </a:lvl1pPr>
            <a:lvl2pPr marL="182562" indent="0">
              <a:buNone/>
              <a:defRPr/>
            </a:lvl2pPr>
          </a:lstStyle>
          <a:p>
            <a:pPr lvl="0"/>
            <a:r>
              <a:rPr lang="de-DE" dirty="0"/>
              <a:t>© Bildnachweis oder andere Copyright Links</a:t>
            </a:r>
          </a:p>
        </p:txBody>
      </p:sp>
      <p:sp>
        <p:nvSpPr>
          <p:cNvPr id="6" name="Bildplatzhalter 10">
            <a:extLst>
              <a:ext uri="{FF2B5EF4-FFF2-40B4-BE49-F238E27FC236}">
                <a16:creationId xmlns:a16="http://schemas.microsoft.com/office/drawing/2014/main" id="{E3502B90-ACDA-44C2-BE65-4022CFC84D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2089" y="188913"/>
            <a:ext cx="10652124" cy="6228416"/>
          </a:xfrm>
          <a:solidFill>
            <a:schemeClr val="bg1">
              <a:lumMod val="8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cxnSp>
        <p:nvCxnSpPr>
          <p:cNvPr id="7" name="Gerader Verbinder 15">
            <a:extLst>
              <a:ext uri="{FF2B5EF4-FFF2-40B4-BE49-F238E27FC236}">
                <a16:creationId xmlns:a16="http://schemas.microsoft.com/office/drawing/2014/main" id="{32CD80C6-7D89-4D4C-AEEF-F7B7E93B527B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9">
            <a:extLst>
              <a:ext uri="{FF2B5EF4-FFF2-40B4-BE49-F238E27FC236}">
                <a16:creationId xmlns:a16="http://schemas.microsoft.com/office/drawing/2014/main" id="{518D0FCD-446B-FD46-85EE-D9275A02C428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22">
            <a:extLst>
              <a:ext uri="{FF2B5EF4-FFF2-40B4-BE49-F238E27FC236}">
                <a16:creationId xmlns:a16="http://schemas.microsoft.com/office/drawing/2014/main" id="{C79CB208-33AD-D246-A33A-58377B422F01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1B8B10-1C11-CDBE-14E8-60C269719E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2997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1228EED4-B13E-4B4D-9DFF-9E1754B6ECB7}"/>
              </a:ext>
            </a:extLst>
          </p:cNvPr>
          <p:cNvSpPr>
            <a:spLocks noGrp="1"/>
          </p:cNvSpPr>
          <p:nvPr>
            <p:ph type="media" sz="quarter" idx="14"/>
          </p:nvPr>
        </p:nvSpPr>
        <p:spPr>
          <a:xfrm>
            <a:off x="192088" y="188913"/>
            <a:ext cx="10675933" cy="6480175"/>
          </a:xfrm>
          <a:solidFill>
            <a:srgbClr val="000000"/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013E22E-0488-C092-A250-233070F455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5152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73244E30-749C-4704-9724-D04E95BFAA3E}"/>
              </a:ext>
            </a:extLst>
          </p:cNvPr>
          <p:cNvSpPr/>
          <p:nvPr/>
        </p:nvSpPr>
        <p:spPr>
          <a:xfrm>
            <a:off x="6678163" y="1341441"/>
            <a:ext cx="4170809" cy="53276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54F621-5610-4A43-B999-68A2029CF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63" y="1808387"/>
            <a:ext cx="5401246" cy="4284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/>
        </p:nvCxnSpPr>
        <p:spPr>
          <a:xfrm>
            <a:off x="6678164" y="1557338"/>
            <a:ext cx="0" cy="489585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4DF476D-7C13-4D16-AFC8-8DAFD75445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12124" y="1825774"/>
            <a:ext cx="3205050" cy="302226"/>
          </a:xfr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B37DB184-50BA-45AC-BE8F-9FDCB40FE1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12124" y="2307675"/>
            <a:ext cx="3205050" cy="3785150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3250" b="1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cxnSp>
        <p:nvCxnSpPr>
          <p:cNvPr id="11" name="Gerader Verbinder 15">
            <a:extLst>
              <a:ext uri="{FF2B5EF4-FFF2-40B4-BE49-F238E27FC236}">
                <a16:creationId xmlns:a16="http://schemas.microsoft.com/office/drawing/2014/main" id="{D4240D49-6CC6-9044-A501-6E914C858838}"/>
              </a:ext>
            </a:extLst>
          </p:cNvPr>
          <p:cNvCxnSpPr>
            <a:cxnSpLocks/>
          </p:cNvCxnSpPr>
          <p:nvPr/>
        </p:nvCxnSpPr>
        <p:spPr>
          <a:xfrm>
            <a:off x="10844213" y="188912"/>
            <a:ext cx="0" cy="6480176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9">
            <a:extLst>
              <a:ext uri="{FF2B5EF4-FFF2-40B4-BE49-F238E27FC236}">
                <a16:creationId xmlns:a16="http://schemas.microsoft.com/office/drawing/2014/main" id="{1C8A64F5-DC35-AF44-8F12-0AC772144C90}"/>
              </a:ext>
            </a:extLst>
          </p:cNvPr>
          <p:cNvCxnSpPr>
            <a:cxnSpLocks/>
          </p:cNvCxnSpPr>
          <p:nvPr/>
        </p:nvCxnSpPr>
        <p:spPr>
          <a:xfrm>
            <a:off x="10844213" y="3429001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22">
            <a:extLst>
              <a:ext uri="{FF2B5EF4-FFF2-40B4-BE49-F238E27FC236}">
                <a16:creationId xmlns:a16="http://schemas.microsoft.com/office/drawing/2014/main" id="{00D94803-19AA-DC42-AE83-24633A4B4812}"/>
              </a:ext>
            </a:extLst>
          </p:cNvPr>
          <p:cNvCxnSpPr>
            <a:cxnSpLocks/>
          </p:cNvCxnSpPr>
          <p:nvPr/>
        </p:nvCxnSpPr>
        <p:spPr>
          <a:xfrm>
            <a:off x="10844213" y="6092825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AF31C1-BCBC-FDE6-3269-36903014C4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6728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6B901-5400-40F4-996F-F9322A167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8" y="647701"/>
            <a:ext cx="4933185" cy="1600094"/>
          </a:xfrm>
        </p:spPr>
        <p:txBody>
          <a:bodyPr/>
          <a:lstStyle>
            <a:lvl1pPr>
              <a:defRPr sz="4200" b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80576CE3-4AC6-4939-82D1-9F7B5BB0F71F}"/>
              </a:ext>
            </a:extLst>
          </p:cNvPr>
          <p:cNvCxnSpPr>
            <a:cxnSpLocks/>
          </p:cNvCxnSpPr>
          <p:nvPr/>
        </p:nvCxnSpPr>
        <p:spPr>
          <a:xfrm>
            <a:off x="4729944" y="2557431"/>
            <a:ext cx="0" cy="4111928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4CD22B09-52F2-4816-B52A-9BE1E67FA55B}"/>
              </a:ext>
            </a:extLst>
          </p:cNvPr>
          <p:cNvCxnSpPr>
            <a:cxnSpLocks/>
          </p:cNvCxnSpPr>
          <p:nvPr/>
        </p:nvCxnSpPr>
        <p:spPr>
          <a:xfrm>
            <a:off x="192089" y="2557431"/>
            <a:ext cx="5903911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DFFA419E-201C-4B53-8E1C-83AFEB2A12B1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6096001" y="188913"/>
            <a:ext cx="0" cy="648017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1702973B-A1C0-42E3-8E5C-88C4A889D2F5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41A1EE6-63C3-4890-A923-9030BCC4CC97}"/>
              </a:ext>
            </a:extLst>
          </p:cNvPr>
          <p:cNvSpPr txBox="1"/>
          <p:nvPr/>
        </p:nvSpPr>
        <p:spPr>
          <a:xfrm>
            <a:off x="759417" y="5679623"/>
            <a:ext cx="1403589" cy="507831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lang="de-DE" sz="2700" b="0" i="0" dirty="0">
                <a:solidFill>
                  <a:schemeClr val="tx2"/>
                </a:solidFill>
                <a:latin typeface="+mn-lt"/>
              </a:rPr>
              <a:t>tuhh.de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39D98B8-90BD-4EBB-99CC-FA16AF4377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6767" y="2773306"/>
            <a:ext cx="3704771" cy="2311878"/>
          </a:xfrm>
        </p:spPr>
        <p:txBody>
          <a:bodyPr bIns="36000" anchor="ctr"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Kontaktdaten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BA1B481-FDBC-4920-9CCB-DE3BEFEDD104}"/>
              </a:ext>
            </a:extLst>
          </p:cNvPr>
          <p:cNvCxnSpPr>
            <a:cxnSpLocks/>
          </p:cNvCxnSpPr>
          <p:nvPr/>
        </p:nvCxnSpPr>
        <p:spPr>
          <a:xfrm>
            <a:off x="192089" y="5301208"/>
            <a:ext cx="590390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AB6AB00-A25C-417E-947C-461411044DAA}"/>
              </a:ext>
            </a:extLst>
          </p:cNvPr>
          <p:cNvCxnSpPr>
            <a:cxnSpLocks/>
          </p:cNvCxnSpPr>
          <p:nvPr/>
        </p:nvCxnSpPr>
        <p:spPr>
          <a:xfrm>
            <a:off x="4729944" y="3933203"/>
            <a:ext cx="1366056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e 31">
            <a:extLst>
              <a:ext uri="{FF2B5EF4-FFF2-40B4-BE49-F238E27FC236}">
                <a16:creationId xmlns:a16="http://schemas.microsoft.com/office/drawing/2014/main" id="{F063EE54-158C-49DA-AAE2-F845F079EEF9}"/>
              </a:ext>
            </a:extLst>
          </p:cNvPr>
          <p:cNvSpPr/>
          <p:nvPr/>
        </p:nvSpPr>
        <p:spPr>
          <a:xfrm>
            <a:off x="4729943" y="2557430"/>
            <a:ext cx="1366050" cy="13660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F23BB48-B764-4C58-9F7F-EFF15AB872A5}"/>
              </a:ext>
            </a:extLst>
          </p:cNvPr>
          <p:cNvSpPr/>
          <p:nvPr/>
        </p:nvSpPr>
        <p:spPr>
          <a:xfrm>
            <a:off x="4729943" y="3930370"/>
            <a:ext cx="1366050" cy="13660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55944F3D-26AA-4164-806A-FBE16BAF2E74}"/>
              </a:ext>
            </a:extLst>
          </p:cNvPr>
          <p:cNvSpPr/>
          <p:nvPr/>
        </p:nvSpPr>
        <p:spPr>
          <a:xfrm>
            <a:off x="4729943" y="5303310"/>
            <a:ext cx="1366050" cy="1366050"/>
          </a:xfrm>
          <a:prstGeom prst="ellipse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065183B0-5F29-44AF-B1E5-1F051CEA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8349" y="5554432"/>
            <a:ext cx="842090" cy="84847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6BC07D9-D7CE-4C7C-98C5-D29B1326A8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537" y="858862"/>
            <a:ext cx="4696693" cy="345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701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4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6212" y="642918"/>
            <a:ext cx="11049077" cy="1143008"/>
          </a:xfrm>
        </p:spPr>
        <p:txBody>
          <a:bodyPr/>
          <a:lstStyle>
            <a:lvl1pPr>
              <a:defRPr b="0">
                <a:solidFill>
                  <a:srgbClr val="C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6211" y="1857364"/>
            <a:ext cx="11049077" cy="1285884"/>
          </a:xfr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24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339612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3CE7642-B32D-4942-B83E-C6453E43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3" y="298447"/>
            <a:ext cx="9650411" cy="615953"/>
          </a:xfrm>
          <a:prstGeom prst="rect">
            <a:avLst/>
          </a:prstGeom>
        </p:spPr>
        <p:txBody>
          <a:bodyPr vert="horz" lIns="0" tIns="0" rIns="0" bIns="36000" rtlCol="0" anchor="ctr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F653CD-8C1C-45EF-AF21-2C5A0375C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763" y="1808385"/>
            <a:ext cx="9650409" cy="42844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DCF922E-CB18-4EF1-B427-958A13890282}"/>
              </a:ext>
            </a:extLst>
          </p:cNvPr>
          <p:cNvSpPr/>
          <p:nvPr/>
        </p:nvSpPr>
        <p:spPr>
          <a:xfrm>
            <a:off x="192089" y="188913"/>
            <a:ext cx="11807824" cy="6480175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0" i="0" dirty="0">
              <a:latin typeface="Poppins" panose="00000500000000000000" pitchFamily="2" charset="0"/>
            </a:endParaRP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D37107E4-9C5D-43E9-A6A5-58633A42A2D9}"/>
              </a:ext>
            </a:extLst>
          </p:cNvPr>
          <p:cNvCxnSpPr>
            <a:cxnSpLocks/>
          </p:cNvCxnSpPr>
          <p:nvPr/>
        </p:nvCxnSpPr>
        <p:spPr>
          <a:xfrm>
            <a:off x="192089" y="1067118"/>
            <a:ext cx="1065212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643D4A4F-C336-44E0-B716-1E3ECCBCC9C5}"/>
              </a:ext>
            </a:extLst>
          </p:cNvPr>
          <p:cNvCxnSpPr>
            <a:cxnSpLocks/>
          </p:cNvCxnSpPr>
          <p:nvPr/>
        </p:nvCxnSpPr>
        <p:spPr>
          <a:xfrm>
            <a:off x="10844213" y="1066448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3FAAD848-15A1-4321-AFD6-6379135FC21C}"/>
              </a:ext>
            </a:extLst>
          </p:cNvPr>
          <p:cNvCxnSpPr>
            <a:cxnSpLocks/>
          </p:cNvCxnSpPr>
          <p:nvPr/>
        </p:nvCxnSpPr>
        <p:spPr>
          <a:xfrm>
            <a:off x="10844213" y="6669360"/>
            <a:ext cx="11557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F0562FB4-F27A-476C-83DC-DB6D1DB799B0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464" y="469529"/>
            <a:ext cx="569961" cy="161239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A2FA9E-E8C7-9ED6-ED0F-871446DFC5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20237" y="1127405"/>
            <a:ext cx="1008412" cy="43130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4C0FF7-3FAD-84E0-851F-421191878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0237" y="6164608"/>
            <a:ext cx="1008412" cy="432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>
                <a:solidFill>
                  <a:schemeClr val="tx2"/>
                </a:solidFill>
              </a:defRPr>
            </a:lvl1pPr>
          </a:lstStyle>
          <a:p>
            <a:fld id="{0D21AA2F-575E-486A-ACE4-36385BD7DF0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75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  <p:sldLayoutId id="2147483986" r:id="rId18"/>
    <p:sldLayoutId id="2147483987" r:id="rId19"/>
    <p:sldLayoutId id="2147483988" r:id="rId20"/>
    <p:sldLayoutId id="2147483989" r:id="rId21"/>
    <p:sldLayoutId id="2147483990" r:id="rId22"/>
    <p:sldLayoutId id="2147483991" r:id="rId23"/>
    <p:sldLayoutId id="2147483992" r:id="rId2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0" i="0" kern="1200" spc="4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•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182563" algn="l" defTabSz="914400" rtl="0" eaLnBrk="1" latinLnBrk="0" hangingPunct="1">
        <a:lnSpc>
          <a:spcPct val="125000"/>
        </a:lnSpc>
        <a:spcBef>
          <a:spcPts val="0"/>
        </a:spcBef>
        <a:buFont typeface="Poppins" panose="00000500000000000000" pitchFamily="2" charset="0"/>
        <a:buChar char="−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2pPr>
      <a:lvl3pPr marL="898525" indent="-182563" algn="l" defTabSz="914400" rtl="0" eaLnBrk="1" latinLnBrk="0" hangingPunct="1">
        <a:lnSpc>
          <a:spcPct val="125000"/>
        </a:lnSpc>
        <a:spcBef>
          <a:spcPts val="0"/>
        </a:spcBef>
        <a:buFont typeface="Poppins" panose="00000500000000000000" pitchFamily="2" charset="0"/>
        <a:buChar char="◊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3pPr>
      <a:lvl4pPr marL="1257300" indent="-174625" algn="l" defTabSz="914400" rtl="0" eaLnBrk="1" latinLnBrk="0" hangingPunct="1">
        <a:lnSpc>
          <a:spcPct val="125000"/>
        </a:lnSpc>
        <a:spcBef>
          <a:spcPts val="0"/>
        </a:spcBef>
        <a:buFont typeface="Wingdings" panose="05000000000000000000" pitchFamily="2" charset="2"/>
        <a:buChar char="§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4pPr>
      <a:lvl5pPr marL="1616075" indent="-182563" algn="l" defTabSz="914400" rtl="0" eaLnBrk="1" latinLnBrk="0" hangingPunct="1">
        <a:lnSpc>
          <a:spcPct val="125000"/>
        </a:lnSpc>
        <a:spcBef>
          <a:spcPts val="0"/>
        </a:spcBef>
        <a:buFont typeface="Poppins" panose="00000500000000000000" pitchFamily="2" charset="0"/>
        <a:buChar char="∙"/>
        <a:defRPr sz="1800" b="0" i="0" kern="1200" spc="2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9">
          <p15:clr>
            <a:srgbClr val="F26B43"/>
          </p15:clr>
        </p15:guide>
        <p15:guide id="2" pos="6834">
          <p15:clr>
            <a:srgbClr val="F26B43"/>
          </p15:clr>
        </p15:guide>
        <p15:guide id="3" pos="7559">
          <p15:clr>
            <a:srgbClr val="F26B43"/>
          </p15:clr>
        </p15:guide>
        <p15:guide id="4" pos="121">
          <p15:clr>
            <a:srgbClr val="F26B43"/>
          </p15:clr>
        </p15:guide>
        <p15:guide id="5" orient="horz" pos="845">
          <p15:clr>
            <a:srgbClr val="F26B43"/>
          </p15:clr>
        </p15:guide>
        <p15:guide id="6" orient="horz" pos="3838">
          <p15:clr>
            <a:srgbClr val="F26B43"/>
          </p15:clr>
        </p15:guide>
        <p15:guide id="7" orient="horz" pos="4201">
          <p15:clr>
            <a:srgbClr val="F26B43"/>
          </p15:clr>
        </p15:guide>
        <p15:guide id="8" orient="horz" pos="2160">
          <p15:clr>
            <a:srgbClr val="F26B43"/>
          </p15:clr>
        </p15:guide>
        <p15:guide id="9" pos="483">
          <p15:clr>
            <a:srgbClr val="F26B43"/>
          </p15:clr>
        </p15:guide>
        <p15:guide id="10" pos="6562">
          <p15:clr>
            <a:srgbClr val="F26B43"/>
          </p15:clr>
        </p15:guide>
        <p15:guide id="11" orient="horz" pos="1185">
          <p15:clr>
            <a:srgbClr val="F26B43"/>
          </p15:clr>
        </p15:guide>
        <p15:guide id="12" pos="420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400" dirty="0"/>
              <a:t>Topic A: Sentiment Analysis</a:t>
            </a:r>
            <a:endParaRPr lang="en-US" altLang="de-DE" sz="4400" dirty="0">
              <a:latin typeface="Arial" charset="0"/>
              <a:cs typeface="Arial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5999" y="618877"/>
            <a:ext cx="4752975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    Team Members: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Muhammad </a:t>
            </a:r>
            <a:r>
              <a:rPr lang="en-US" dirty="0" err="1">
                <a:solidFill>
                  <a:schemeClr val="tx2"/>
                </a:solidFill>
              </a:rPr>
              <a:t>Rehan</a:t>
            </a:r>
            <a:endParaRPr lang="en-US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Saira Batool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Diya </a:t>
            </a:r>
            <a:r>
              <a:rPr lang="en-US" dirty="0" err="1">
                <a:solidFill>
                  <a:schemeClr val="tx2"/>
                </a:solidFill>
              </a:rPr>
              <a:t>Sonavale</a:t>
            </a:r>
            <a:endParaRPr lang="en-US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Sahil </a:t>
            </a:r>
            <a:r>
              <a:rPr lang="en-US" dirty="0" err="1">
                <a:solidFill>
                  <a:schemeClr val="tx2"/>
                </a:solidFill>
              </a:rPr>
              <a:t>Salunkhe</a:t>
            </a:r>
            <a:r>
              <a:rPr lang="en-US" dirty="0">
                <a:solidFill>
                  <a:schemeClr val="tx2"/>
                </a:solidFill>
              </a:rPr>
              <a:t>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</a:rPr>
              <a:t>Fida</a:t>
            </a:r>
            <a:r>
              <a:rPr lang="en-US" dirty="0">
                <a:solidFill>
                  <a:schemeClr val="tx2"/>
                </a:solidFill>
              </a:rPr>
              <a:t> Ali </a:t>
            </a:r>
            <a:r>
              <a:rPr lang="en-US" dirty="0" err="1">
                <a:solidFill>
                  <a:schemeClr val="tx2"/>
                </a:solidFill>
              </a:rPr>
              <a:t>Baig</a:t>
            </a:r>
            <a:endParaRPr lang="en-US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2"/>
                </a:solidFill>
              </a:rPr>
              <a:t>Aaradhya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 err="1">
                <a:solidFill>
                  <a:schemeClr val="tx2"/>
                </a:solidFill>
              </a:rPr>
              <a:t>Deotale</a:t>
            </a:r>
            <a:r>
              <a:rPr lang="en-US" dirty="0">
                <a:solidFill>
                  <a:schemeClr val="tx2"/>
                </a:solidFill>
              </a:rPr>
              <a:t> </a:t>
            </a:r>
            <a:br>
              <a:rPr lang="en-US" sz="2400" dirty="0"/>
            </a:br>
            <a:endParaRPr lang="en-US" altLang="de-DE" sz="2400" dirty="0">
              <a:cs typeface="Arial" charset="0"/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C725A19-ABED-0D0C-80EA-DB9651E3F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763" y="7139404"/>
            <a:ext cx="5118728" cy="622888"/>
          </a:xfrm>
        </p:spPr>
        <p:txBody>
          <a:bodyPr/>
          <a:lstStyle/>
          <a:p>
            <a:endParaRPr lang="en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9CFF8A-31A0-C40C-6209-9EDB5C28A7B3}"/>
              </a:ext>
            </a:extLst>
          </p:cNvPr>
          <p:cNvSpPr/>
          <p:nvPr/>
        </p:nvSpPr>
        <p:spPr>
          <a:xfrm>
            <a:off x="6096000" y="5498936"/>
            <a:ext cx="28492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de-DE" sz="2400" dirty="0">
                <a:solidFill>
                  <a:schemeClr val="tx2"/>
                </a:solidFill>
                <a:cs typeface="Arial" charset="0"/>
              </a:rPr>
              <a:t>Big Data Project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44181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942D7-9E03-9DF3-A7A9-28B4D5840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032571-3A37-C161-6CDF-2F838FD2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We are Solving!</a:t>
            </a:r>
            <a:endParaRPr lang="LID4096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02B2F1-F295-2573-5B18-712A855CBF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2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538E3-B17E-4A76-A101-92D2BDA94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914400"/>
            <a:ext cx="10417174" cy="574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93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A6BA08-C0EB-B9D2-604E-A1DA3A256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pipeline before implementation</a:t>
            </a:r>
            <a:endParaRPr lang="LID4096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B9ADCC3-DCFB-C07B-EE5A-C33059096C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1026" name="Picture 2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63C53EA4-C8CE-4478-8EED-BE8E32838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551" y="806313"/>
            <a:ext cx="4306063" cy="5935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26E77280-C225-485D-AEF1-1C72301F6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866" y="758465"/>
            <a:ext cx="4306063" cy="608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58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6280D-7AC2-5F9E-2890-A4B65B03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86A449-841D-2919-A87B-6D972550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  <a:endParaRPr lang="LID4096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426C61-A71B-5D8E-04D8-5BF4C9C8BD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2050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EB0A82-E641-4551-938D-B9DE96AFC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838200"/>
            <a:ext cx="9621473" cy="680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00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6280D-7AC2-5F9E-2890-A4B65B03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86A449-841D-2919-A87B-6D972550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Architecture Pipeline </a:t>
            </a:r>
            <a:endParaRPr lang="LID4096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426C61-A71B-5D8E-04D8-5BF4C9C8BD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21AA2F-575E-486A-ACE4-36385BD7DF0A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FBFBDA-333C-426A-80F4-9E9A47C81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63" y="220133"/>
            <a:ext cx="9956800" cy="663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78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 txBox="1">
            <a:spLocks noGrp="1"/>
          </p:cNvSpPr>
          <p:nvPr>
            <p:ph type="title"/>
          </p:nvPr>
        </p:nvSpPr>
        <p:spPr>
          <a:xfrm>
            <a:off x="766763" y="1233112"/>
            <a:ext cx="9650400" cy="17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GB"/>
              <a:t>Thank you! </a:t>
            </a:r>
            <a:endParaRPr/>
          </a:p>
        </p:txBody>
      </p:sp>
      <p:sp>
        <p:nvSpPr>
          <p:cNvPr id="429" name="Google Shape;429;p10"/>
          <p:cNvSpPr txBox="1">
            <a:spLocks noGrp="1"/>
          </p:cNvSpPr>
          <p:nvPr>
            <p:ph type="sldNum" idx="12"/>
          </p:nvPr>
        </p:nvSpPr>
        <p:spPr>
          <a:xfrm>
            <a:off x="10920237" y="6164608"/>
            <a:ext cx="1008412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GB" smtClean="0"/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t>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HH_TUHH_Powerpoint_16x9DE_v3_final">
  <a:themeElements>
    <a:clrScheme name="Benutzerdefiniert 8">
      <a:dk1>
        <a:srgbClr val="265D71"/>
      </a:dk1>
      <a:lt1>
        <a:sysClr val="window" lastClr="FFFFFF"/>
      </a:lt1>
      <a:dk2>
        <a:srgbClr val="00C1D4"/>
      </a:dk2>
      <a:lt2>
        <a:srgbClr val="A8968C"/>
      </a:lt2>
      <a:accent1>
        <a:srgbClr val="7300FE"/>
      </a:accent1>
      <a:accent2>
        <a:srgbClr val="FF4F4F"/>
      </a:accent2>
      <a:accent3>
        <a:srgbClr val="5AFFC5"/>
      </a:accent3>
      <a:accent4>
        <a:srgbClr val="FF7E15"/>
      </a:accent4>
      <a:accent5>
        <a:srgbClr val="FFDC36"/>
      </a:accent5>
      <a:accent6>
        <a:srgbClr val="003566"/>
      </a:accent6>
      <a:hlink>
        <a:srgbClr val="00C1D4"/>
      </a:hlink>
      <a:folHlink>
        <a:srgbClr val="00C1D4"/>
      </a:folHlink>
    </a:clrScheme>
    <a:fontScheme name="Benutzerdefiniert 170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UHH_PowerPoint_16x9" id="{3052594A-E2C5-4B41-A8BE-31007C944784}" vid="{801B010C-2EFF-DB4B-A1D5-F1BD124970F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WTM_powerpoint</Template>
  <TotalTime>31</TotalTime>
  <Words>52</Words>
  <Application>Microsoft Office PowerPoint</Application>
  <PresentationFormat>Widescreen</PresentationFormat>
  <Paragraphs>22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Poppins</vt:lpstr>
      <vt:lpstr>Tahoma</vt:lpstr>
      <vt:lpstr>Wingdings</vt:lpstr>
      <vt:lpstr>TUHH_TUHH_Powerpoint_16x9DE_v3_final</vt:lpstr>
      <vt:lpstr>Topic A: Sentiment Analysis</vt:lpstr>
      <vt:lpstr>The Problem We are Solving!</vt:lpstr>
      <vt:lpstr>Architecture pipeline before implementation</vt:lpstr>
      <vt:lpstr>Timeline</vt:lpstr>
      <vt:lpstr>Actual Architecture Pipeline </vt:lpstr>
      <vt:lpstr>Thank you!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Heinrich.St</dc:creator>
  <cp:lastModifiedBy>Saira Batool</cp:lastModifiedBy>
  <cp:revision>439</cp:revision>
  <cp:lastPrinted>2002-01-28T12:49:24Z</cp:lastPrinted>
  <dcterms:created xsi:type="dcterms:W3CDTF">2011-09-07T09:11:30Z</dcterms:created>
  <dcterms:modified xsi:type="dcterms:W3CDTF">2026-07-10T13:47:21Z</dcterms:modified>
</cp:coreProperties>
</file>